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59519-81B6-4736-6283-BED86CA71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9C56F5-F303-9726-2086-6FCB8D2FA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A2EE5-993A-A54A-9029-BF1E34C11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C7FF1-5AFF-473E-9722-AA5AE4F414C7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037C2-BE5A-400A-F46E-95B2F7684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0D4F9-3B02-98E7-E335-6C30FED68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C7B99-8A82-4A9D-A867-1F8D158990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5740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FA818-C788-A86C-15AE-784F1CF7B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B3C01-DF6E-AE4B-EB70-99371CDAA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FB77D-3E22-BBF8-81C8-15C0A8D1B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C7FF1-5AFF-473E-9722-AA5AE4F414C7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81A65-B3D7-3B8E-A54C-779C67B25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FABE2-9553-328F-50A9-771DF2037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C7B99-8A82-4A9D-A867-1F8D158990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01619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EC1BA-9A63-11B6-4C42-ADD529193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33901-9AD2-A545-1190-B0669D044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07FC0-FAB6-81C8-E637-ABF9E6D38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C7FF1-5AFF-473E-9722-AA5AE4F414C7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1669C-B465-6CE2-A74B-F5B1B5B09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F6CA1-33D0-5B0F-9CD8-069F70A9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C7B99-8A82-4A9D-A867-1F8D158990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3687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2DB87-80E6-3D47-AADE-F2B0B1482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11F50-B0B2-301A-F2AF-CA204F41A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45DA8-85FA-76A9-029F-CA7442E12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0EB94-F68F-4639-79D3-D33033048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C7FF1-5AFF-473E-9722-AA5AE4F414C7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3E762-2418-7C4A-D77C-0643820D6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6DC2C-94FF-B7F4-2C8D-FE8DA1180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C7B99-8A82-4A9D-A867-1F8D158990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86781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021E5-C74B-0713-C214-FCEDCB9BC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886AA-7544-AFE6-4F5B-38A910DF4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4F104-637D-15DD-45B8-12AAF7EE1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BD5620-A777-A98E-25AC-24DF93A547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F3032E-A61F-09F4-A29C-D6E4274E2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E98C04-B4E6-1886-D055-0FBB05A2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C7FF1-5AFF-473E-9722-AA5AE4F414C7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D9125D-6D38-1008-95CD-A1C516415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70A47D-DB73-4EFF-5C03-CC3C0FC1B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C7B99-8A82-4A9D-A867-1F8D158990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16761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96E55-54A9-22B3-AC83-A466FBB16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9F496D-9B3E-BA14-25F0-20522ACEE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C7FF1-5AFF-473E-9722-AA5AE4F414C7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BFB116-C761-3A83-6F42-DB8CEDE3F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A64A84-216A-1C1B-6209-72337385F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C7B99-8A82-4A9D-A867-1F8D158990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30650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952BD-F93D-39BE-D42B-B53888C8D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C7FF1-5AFF-473E-9722-AA5AE4F414C7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E01805-4B62-B6BB-F647-6400CDB63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839A3-59DB-8385-575F-9A8E0C027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C7B99-8A82-4A9D-A867-1F8D158990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55703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0D8DA-BCBD-BEA9-F93D-BCD2A170D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D4884-F545-A023-582E-03F867829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1CF7F-00D0-E5E0-D28C-D14CCAAB18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5B4ADF-F5E9-8BCA-636C-1BB682EF2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C7FF1-5AFF-473E-9722-AA5AE4F414C7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634B7-570D-4A6F-3ACA-806C11F8A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32E209-33E6-A723-E8FE-602E470C5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C7B99-8A82-4A9D-A867-1F8D158990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43542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58AC1-C292-4487-4D3D-592BD812F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B1CF0A-3097-9011-0BF3-CD29241EA5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0B818-659F-A652-B435-DEC7BD4AF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5FB55-4972-F058-BC1F-DF54A4345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C7FF1-5AFF-473E-9722-AA5AE4F414C7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D8911-F26A-30DD-7AAE-D9F6E535C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DA62A-ABB2-E98B-BC29-2F5E7811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C7B99-8A82-4A9D-A867-1F8D158990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24313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867E7-6E28-B4D5-5201-6ADEF2E6C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F06E65-D8D3-7EF7-E3C3-9133EAEA8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6539C-1884-4065-AC06-5C48756BB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C7FF1-5AFF-473E-9722-AA5AE4F414C7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A75FF-4CA4-0446-4EB3-74D99446F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0B132-2B83-162B-3D09-B83ADEFB3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C7B99-8A82-4A9D-A867-1F8D158990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5613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F3311F-1A14-EF62-F9DA-929811670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D19BE-CD6B-980D-A4BF-CDACFC0B1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EC3C9-2625-EB4A-3340-19CC5B97D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C7FF1-5AFF-473E-9722-AA5AE4F414C7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6A0E2-D598-CBB6-9409-668202BB9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80528-6445-F330-6D47-742AAC509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C7B99-8A82-4A9D-A867-1F8D158990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94338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C82C6-D42F-05E6-A631-1777DBB13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6A442-48D2-1B72-A56C-EF845ADC8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D7DB1-95F0-4054-B8EA-0D827403C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AC7FF1-5AFF-473E-9722-AA5AE4F414C7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35307-C4DC-4C9E-8E6C-44A8C9AC5D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9819-C1EB-4251-C8E2-75D5660A4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1C7B99-8A82-4A9D-A867-1F8D158990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95666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DA673-4A3E-1DD0-735A-BA367521E4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MOCHAMAD ISYA NURDIAN ZAWAWI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758D9-E5C8-ADF8-3A87-D480C51971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E41241950/TIF 24 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91741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779711-34FF-1583-8B77-713781BB5007}"/>
              </a:ext>
            </a:extLst>
          </p:cNvPr>
          <p:cNvSpPr txBox="1"/>
          <p:nvPr/>
        </p:nvSpPr>
        <p:spPr>
          <a:xfrm>
            <a:off x="174928" y="294198"/>
            <a:ext cx="2263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Install dependencies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054ED-CBF7-60A9-60A0-8828EBAD8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488" y="904768"/>
            <a:ext cx="4667416" cy="4772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41CB5B-1739-E622-5E7E-91A480C68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397" y="904768"/>
            <a:ext cx="5329415" cy="241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568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779711-34FF-1583-8B77-713781BB5007}"/>
              </a:ext>
            </a:extLst>
          </p:cNvPr>
          <p:cNvSpPr txBox="1"/>
          <p:nvPr/>
        </p:nvSpPr>
        <p:spPr>
          <a:xfrm>
            <a:off x="174928" y="294198"/>
            <a:ext cx="2369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Menjalankan</a:t>
            </a:r>
            <a:r>
              <a:rPr lang="en-US" dirty="0"/>
              <a:t> backend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1D90C5-64C2-F828-2935-30D8948B8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97" y="947100"/>
            <a:ext cx="4572164" cy="16838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1C5B40-F2F8-A4E0-A89B-5D8CE863E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87" y="3932296"/>
            <a:ext cx="9456751" cy="24184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9CE0DA-0DFC-28CF-BA32-4AA29D2C8282}"/>
              </a:ext>
            </a:extLst>
          </p:cNvPr>
          <p:cNvSpPr txBox="1"/>
          <p:nvPr/>
        </p:nvSpPr>
        <p:spPr>
          <a:xfrm>
            <a:off x="365597" y="324433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Hasil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13010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779711-34FF-1583-8B77-713781BB5007}"/>
              </a:ext>
            </a:extLst>
          </p:cNvPr>
          <p:cNvSpPr txBox="1"/>
          <p:nvPr/>
        </p:nvSpPr>
        <p:spPr>
          <a:xfrm>
            <a:off x="174928" y="294198"/>
            <a:ext cx="2327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Menambahkan</a:t>
            </a:r>
            <a:r>
              <a:rPr lang="en-US" dirty="0"/>
              <a:t> flutter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F0520E-A9AC-0C3B-0E33-7B1BDFAE5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12" y="739272"/>
            <a:ext cx="6187114" cy="37055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371279-653C-4F21-3A63-FA7E029E9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12" y="4706743"/>
            <a:ext cx="6059141" cy="200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945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779711-34FF-1583-8B77-713781BB5007}"/>
              </a:ext>
            </a:extLst>
          </p:cNvPr>
          <p:cNvSpPr txBox="1"/>
          <p:nvPr/>
        </p:nvSpPr>
        <p:spPr>
          <a:xfrm>
            <a:off x="174928" y="294198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Uji </a:t>
            </a:r>
            <a:r>
              <a:rPr lang="en-US" dirty="0" err="1"/>
              <a:t>coba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C48DE2-AAA1-6A94-93D7-0B51B44A2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58" y="1182756"/>
            <a:ext cx="3738214" cy="44924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7DD41B-9920-E5A6-0E3B-8B9779ABC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555" y="2812710"/>
            <a:ext cx="5658640" cy="9145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DFE576-5BDC-F7F4-001D-14EC78A7378D}"/>
              </a:ext>
            </a:extLst>
          </p:cNvPr>
          <p:cNvSpPr txBox="1"/>
          <p:nvPr/>
        </p:nvSpPr>
        <p:spPr>
          <a:xfrm>
            <a:off x="5246555" y="2299252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Hasil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08211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MOCHAMAD ISYA NURDIAN ZAWAWI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mochisya8@gmail.com</dc:creator>
  <cp:lastModifiedBy>mochisya8@gmail.com</cp:lastModifiedBy>
  <cp:revision>1</cp:revision>
  <dcterms:created xsi:type="dcterms:W3CDTF">2026-03-09T03:01:26Z</dcterms:created>
  <dcterms:modified xsi:type="dcterms:W3CDTF">2026-03-09T03:01:56Z</dcterms:modified>
</cp:coreProperties>
</file>