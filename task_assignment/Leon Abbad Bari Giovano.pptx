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5" d="100"/>
          <a:sy n="45" d="100"/>
        </p:scale>
        <p:origin x="11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D37D-1044-CFB1-C038-6FB2589B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518CC-88DD-858A-4DC6-DF208A7F1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C6A27-A6A4-E2E4-A55A-095BD2E7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F4858-6297-889F-AC29-1A558D88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89F6-023E-C3F9-21C5-213C2286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6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44EA-8019-76C6-2266-5A88E052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D6E8-916B-15AD-CF40-9FEFF3021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858A-86B4-E909-D359-CE00D8DA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8A5C-F523-28FE-40F6-92A91235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4F21E-DEE0-0AEE-9263-34DD4D69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7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5E77D-BD32-E64B-80D3-7DE5FDE4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BA0BF-5E48-986D-A776-C1787361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46829-7869-692E-A03B-F09F5DDD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E33C0-2DA2-D2A9-2735-6F3C4D43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A0669-BBFB-207F-6B98-325DCA93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5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4F8B-898F-BC65-D6F4-743EB2B7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FD96-7BB8-C29B-0E7F-660EB980A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08CF5-304F-411C-C4E2-9221E5B08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D5FE4-B0F4-A859-BFBB-F9036D3E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E0B89-6AAD-F22F-C6E5-CA2FB4C0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490E4-4ABA-376B-FEC7-BDDCD3D1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6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AA36-DB4E-BFAA-D41A-E07318E7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507DB-4EA7-6E4E-7B36-B88B57082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27E75-B403-0524-5646-F893855CC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32117-1696-FB23-F33A-471C2A8BC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AEC8C-318E-5D9E-3673-538F176E7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AA143-A29B-44DF-C97E-8068117F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2D7AFC-66DC-D0A5-74CD-407997A3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898B4-BB54-5E3A-5D63-20EC5A59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1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599E-DAA1-E39F-858D-01391FAB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EEB59-FDDE-1609-1EDB-C22953A7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BB938-889A-BC4E-28DC-26D33AC7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E42B0-8D74-3747-ECDF-AC5208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3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0E6E4-7A9C-F590-5E7B-052DD880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2BC5F-32F6-7AA3-9C38-9B242BD0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D00E-5034-73FC-2660-48A7A2FA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2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C78F-0701-A4C5-0AA9-2B50BD2F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31DD9-8419-5BA8-8B2E-9EE305F36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15466-D083-2B0C-987A-256675221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4F10D-29FD-3F3A-A48D-A3494694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059E5-A93D-7A23-9DAD-A3055BDE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F9381-E5D2-9FF0-6933-7E3D54D6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7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2492-5478-CEC3-CFC5-306909CA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A3EFE-5584-CCA6-7712-B2E8696C0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D4A22-F24B-FA09-8711-2CF81DD7D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D6056-9EB1-896B-FBCA-BA9E89F1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85BE8-EA5D-AF00-E9B0-EB27D631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DF934-6083-2DEF-3970-3EEFDF0C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8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D818-220A-D043-70E8-EDD9E72A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CA22A-836E-DBC3-0560-164424237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FF2B-5F32-2E78-8FB6-A5FAEB5B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A301-A929-3965-4B28-B5296EE4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29446-9C15-4CE8-7402-6D82E98D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6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B29CE-5ABC-4D9F-EAB9-50C9B29D4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2AD9A-60F3-AEF2-70B6-00A8B59DF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8C642-8A54-4428-FBCF-728724B2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9A98-BA43-DA64-78CA-09AA148B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AF9F2-7CCB-6A77-55C8-129FE7F5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1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DB3ADF-A707-3B6B-ED9B-596FC079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D119D-0576-7A43-BC9A-ECF75EB39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9F2C9-5EF1-988E-F2A0-034A1249D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A12F0-7A1B-4A02-A051-C351F42F97A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8DF6F-464C-0903-297F-C9E180877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8EC2-A6E5-46B2-56C2-872F6F487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9D728-411A-41B6-9455-211EF32E1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9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9F52B-E3D2-8C89-3861-A7588FD612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Fast API Flutter SQLite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7A9C1-A9EA-9F1B-CBAC-766781DBD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US" sz="3200" dirty="0"/>
            </a:br>
            <a:r>
              <a:rPr lang="en-US" sz="3200" dirty="0"/>
              <a:t>Leon Abbad Bari </a:t>
            </a:r>
            <a:r>
              <a:rPr lang="en-US" sz="3200" dirty="0" err="1"/>
              <a:t>Giovano</a:t>
            </a:r>
            <a:br>
              <a:rPr lang="en-US" sz="3200"/>
            </a:br>
            <a:r>
              <a:rPr lang="en-US" sz="3200"/>
              <a:t>E41241780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187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3948-B55F-EAA1-6AA8-815A5FF4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8F1D71-81C8-D575-44B9-9A30E7FB1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7591" y="1825625"/>
            <a:ext cx="90968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4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08BC-268A-2124-405D-A68CC881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Clone Repo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Vscode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53A44-FD09-D50F-B228-6760D8C73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885" y="1825625"/>
            <a:ext cx="72522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61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2170-7C56-3605-3122-F8792326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Library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0477-DB34-5A1F-72E1-A340CEB99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Fast Api </a:t>
            </a:r>
            <a:r>
              <a:rPr lang="en-US" dirty="0" err="1"/>
              <a:t>Uvicorn</a:t>
            </a:r>
            <a:r>
              <a:rPr lang="en-US" dirty="0"/>
              <a:t> dan </a:t>
            </a:r>
            <a:r>
              <a:rPr lang="en-US" dirty="0" err="1"/>
              <a:t>sqlalchemy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package pip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1214B-47CA-29B3-EEBA-03590726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62051"/>
            <a:ext cx="4495800" cy="2133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79200-B8AC-4AD0-0084-DF058A163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044" y="2362051"/>
            <a:ext cx="4925112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93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7B00-FC58-5550-8347-76F81A8E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Flutter Pub Get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9654D6-0423-91EF-2115-F6FD5F754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0962"/>
            <a:ext cx="7907294" cy="36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4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3A80-0BA4-FACF-968A-70469718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Backend Server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9C7D3-5D39-0B47-DA6D-DE46F26D6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588558" cy="40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9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030F-12C9-C6F6-1257-1BD912D9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Buka port server di web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9E6B7-7E17-5115-A04C-9D5265579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183" y="1825625"/>
            <a:ext cx="84476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82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E13C-26DD-C21C-CB54-08C9E9F7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Flutter dan Input Data Register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CA615-2809-0D75-56F2-9DC4FA2F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37" y="1481758"/>
            <a:ext cx="6865125" cy="501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3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6A73-CF65-4F4E-8A04-F2105CC0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di database </a:t>
            </a:r>
            <a:r>
              <a:rPr lang="en-US" dirty="0" err="1"/>
              <a:t>menggunakan</a:t>
            </a:r>
            <a:r>
              <a:rPr lang="en-US" dirty="0"/>
              <a:t> cek.py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29C84-2E61-B771-129B-1D3AA081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13" y="2417875"/>
            <a:ext cx="10884974" cy="202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8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Fast API Flutter SQLite</vt:lpstr>
      <vt:lpstr>Fork Repository</vt:lpstr>
      <vt:lpstr>Clone Repo ke Vscode</vt:lpstr>
      <vt:lpstr>Instalasi Library Python</vt:lpstr>
      <vt:lpstr>Run Flutter Pub Get</vt:lpstr>
      <vt:lpstr>Run Backend Server</vt:lpstr>
      <vt:lpstr>Buka port server di web</vt:lpstr>
      <vt:lpstr>Run Flutter dan Input Data Register</vt:lpstr>
      <vt:lpstr>Cek di database menggunakan cek.py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Aabg Redhiana</dc:creator>
  <cp:lastModifiedBy>Aabg Redhiana</cp:lastModifiedBy>
  <cp:revision>2</cp:revision>
  <dcterms:created xsi:type="dcterms:W3CDTF">2026-03-09T03:01:31Z</dcterms:created>
  <dcterms:modified xsi:type="dcterms:W3CDTF">2026-03-09T03:18:15Z</dcterms:modified>
</cp:coreProperties>
</file>