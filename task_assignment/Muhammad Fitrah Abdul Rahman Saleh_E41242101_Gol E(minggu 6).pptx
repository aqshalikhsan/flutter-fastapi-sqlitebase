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7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9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0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6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8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4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6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3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7DC56-117F-4313-A624-BF90E740BD1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9B161-9FB0-4483-98A7-0871BB6C9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5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Muhammad </a:t>
            </a:r>
            <a:r>
              <a:rPr lang="en-US" dirty="0" err="1" smtClean="0"/>
              <a:t>Fitrah</a:t>
            </a:r>
            <a:r>
              <a:rPr lang="en-US" dirty="0" smtClean="0"/>
              <a:t> Abdul Rahman Saleh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Dependencies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Note : </a:t>
            </a:r>
            <a:r>
              <a:rPr lang="en-US" sz="2400" dirty="0" err="1" smtClean="0"/>
              <a:t>salah</a:t>
            </a:r>
            <a:r>
              <a:rPr lang="en-US" sz="2400" dirty="0" smtClean="0"/>
              <a:t> source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telah</a:t>
            </a:r>
            <a:r>
              <a:rPr lang="en-US" sz="2400" dirty="0" smtClean="0"/>
              <a:t> move </a:t>
            </a:r>
            <a:r>
              <a:rPr lang="en-US" sz="2400" dirty="0" err="1" smtClean="0"/>
              <a:t>ke</a:t>
            </a:r>
            <a:r>
              <a:rPr lang="en-US" sz="2400" dirty="0" smtClean="0"/>
              <a:t> /</a:t>
            </a:r>
            <a:r>
              <a:rPr lang="en-US" sz="2400" dirty="0" err="1" smtClean="0"/>
              <a:t>register_system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99" y="2309870"/>
            <a:ext cx="6739701" cy="3816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174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2000" dirty="0" smtClean="0"/>
              <a:t>Note : </a:t>
            </a:r>
            <a:r>
              <a:rPr lang="en-US" sz="2000" dirty="0" err="1" smtClean="0"/>
              <a:t>salah</a:t>
            </a:r>
            <a:r>
              <a:rPr lang="en-US" sz="2000" dirty="0" smtClean="0"/>
              <a:t> source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telah</a:t>
            </a:r>
            <a:r>
              <a:rPr lang="en-US" sz="2000" dirty="0" smtClean="0"/>
              <a:t> move </a:t>
            </a:r>
            <a:r>
              <a:rPr lang="en-US" sz="2000" dirty="0" err="1" smtClean="0"/>
              <a:t>ke</a:t>
            </a:r>
            <a:r>
              <a:rPr lang="en-US" sz="2000" dirty="0" smtClean="0"/>
              <a:t> \</a:t>
            </a:r>
            <a:r>
              <a:rPr lang="en-US" sz="2000" dirty="0" err="1" smtClean="0"/>
              <a:t>register_system</a:t>
            </a:r>
            <a:endParaRPr lang="en-US" sz="20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352800"/>
            <a:ext cx="5638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434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Flutter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73561"/>
            <a:ext cx="8229600" cy="1579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651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Frontend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69817"/>
            <a:ext cx="8229600" cy="3786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51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backend</a:t>
            </a:r>
            <a:endParaRPr lang="en-US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31" y="3301128"/>
            <a:ext cx="7611538" cy="112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41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project via chrome</a:t>
            </a:r>
            <a:endParaRPr lang="en-US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074" y="3572628"/>
            <a:ext cx="5915851" cy="58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763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1447801"/>
            <a:ext cx="4325112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24000"/>
            <a:ext cx="3848100" cy="2877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8592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89" y="3101075"/>
            <a:ext cx="7859222" cy="152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508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13178"/>
            <a:ext cx="8229600" cy="300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6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41</Words>
  <Application>Microsoft Office PowerPoint</Application>
  <PresentationFormat>On-screen Show (4:3)</PresentationFormat>
  <Paragraphs>13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Muhammad Fitrah Abdul Rahman Saleh</vt:lpstr>
      <vt:lpstr>Install Dependencies</vt:lpstr>
      <vt:lpstr>Install Dependencies</vt:lpstr>
      <vt:lpstr>Create Flutter</vt:lpstr>
      <vt:lpstr>Frontend</vt:lpstr>
      <vt:lpstr>Run backend</vt:lpstr>
      <vt:lpstr>Run project via chrome</vt:lpstr>
      <vt:lpstr>Output</vt:lpstr>
      <vt:lpstr>Output</vt:lpstr>
      <vt:lpstr>Output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 Fitrah Abdul Rahman Saleh</dc:title>
  <dc:creator>WINDOWS 11</dc:creator>
  <cp:lastModifiedBy>WINDOWS 11</cp:lastModifiedBy>
  <cp:revision>4</cp:revision>
  <dcterms:created xsi:type="dcterms:W3CDTF">2026-03-09T02:00:45Z</dcterms:created>
  <dcterms:modified xsi:type="dcterms:W3CDTF">2026-03-09T03:35:20Z</dcterms:modified>
</cp:coreProperties>
</file>