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5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24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23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52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4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03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175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8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56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630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6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17833-A349-4483-A04A-2659B7C2834B}" type="datetimeFigureOut">
              <a:rPr lang="en-ID" smtClean="0"/>
              <a:t>09/03/2026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2541417-B788-4F16-A5F1-6A4E530E7EB6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27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CF1E-54A2-0EEC-0FDF-B80F01F993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ramadhani</a:t>
            </a:r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B8BE5-066A-FB0B-5B71-55F658652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6"/>
            <a:ext cx="6721642" cy="1066215"/>
          </a:xfrm>
        </p:spPr>
        <p:txBody>
          <a:bodyPr/>
          <a:lstStyle/>
          <a:p>
            <a:r>
              <a:rPr lang="en-US" dirty="0"/>
              <a:t>E41242025</a:t>
            </a:r>
            <a:br>
              <a:rPr lang="en-US" dirty="0"/>
            </a:br>
            <a:r>
              <a:rPr lang="en-US" dirty="0"/>
              <a:t>GOL 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296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43696-72CB-B349-C57D-BC4808C2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AAFA-5F5E-8FF9-2BE6-108C47A5C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040086" cy="2306637"/>
          </a:xfrm>
        </p:spPr>
        <p:txBody>
          <a:bodyPr>
            <a:normAutofit/>
          </a:bodyPr>
          <a:lstStyle/>
          <a:p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1ECFC-5624-567C-B629-F4E06976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7"/>
            <a:ext cx="3561347" cy="981994"/>
          </a:xfrm>
        </p:spPr>
        <p:txBody>
          <a:bodyPr/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0C36B-C3EE-745D-D2FF-E1E9451B0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270" y="152400"/>
            <a:ext cx="4975955" cy="5812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DA9EF2-5FA7-D508-EC9A-A2ABB813F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431" y="152400"/>
            <a:ext cx="4526826" cy="58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1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22F5-3D39-F0E2-ACE6-06A65152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092D9-5038-5DC3-8B95-BA87E9C63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5040086" cy="2306637"/>
          </a:xfrm>
        </p:spPr>
        <p:txBody>
          <a:bodyPr>
            <a:normAutofit/>
          </a:bodyPr>
          <a:lstStyle/>
          <a:p>
            <a:endParaRPr lang="en-ID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077A3-F30E-2339-D266-450FA1DB9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53" y="3666207"/>
            <a:ext cx="3561347" cy="981994"/>
          </a:xfrm>
        </p:spPr>
        <p:txBody>
          <a:bodyPr/>
          <a:lstStyle/>
          <a:p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EFC9B-4C9D-D365-C8D1-BBF52C592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12" y="1760362"/>
            <a:ext cx="10940375" cy="2613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EC5FFC-B379-EB3C-DB54-3391817D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92" y="586952"/>
            <a:ext cx="703995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861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Gill Sans MT</vt:lpstr>
      <vt:lpstr>Times New Roman</vt:lpstr>
      <vt:lpstr>Gallery</vt:lpstr>
      <vt:lpstr>Muhammad ramadhani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deniramadhani33@outlook.com</dc:creator>
  <cp:lastModifiedBy>deniramadhani33@outlook.com</cp:lastModifiedBy>
  <cp:revision>2</cp:revision>
  <dcterms:created xsi:type="dcterms:W3CDTF">2026-03-09T03:41:37Z</dcterms:created>
  <dcterms:modified xsi:type="dcterms:W3CDTF">2026-03-09T03:49:42Z</dcterms:modified>
</cp:coreProperties>
</file>