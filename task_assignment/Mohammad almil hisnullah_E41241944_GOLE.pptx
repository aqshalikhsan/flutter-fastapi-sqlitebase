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5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4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23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2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4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03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175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8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56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630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46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27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CF1E-54A2-0EEC-0FDF-B80F01F993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almil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hisnullah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B8BE5-066A-FB0B-5B71-55F65865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53" y="3666206"/>
            <a:ext cx="6721642" cy="1066215"/>
          </a:xfrm>
        </p:spPr>
        <p:txBody>
          <a:bodyPr/>
          <a:lstStyle/>
          <a:p>
            <a:r>
              <a:rPr lang="en-US" dirty="0"/>
              <a:t>E41241944</a:t>
            </a:r>
            <a:br>
              <a:rPr lang="en-US" dirty="0"/>
            </a:br>
            <a:r>
              <a:rPr lang="en-US" dirty="0"/>
              <a:t>GOL 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296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3696-72CB-B349-C57D-BC4808C2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AAFA-5F5E-8FF9-2BE6-108C47A5C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040086" cy="2306637"/>
          </a:xfrm>
        </p:spPr>
        <p:txBody>
          <a:bodyPr>
            <a:normAutofit/>
          </a:bodyPr>
          <a:lstStyle/>
          <a:p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1ECFC-5624-567C-B629-F4E06976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53" y="3666207"/>
            <a:ext cx="3561347" cy="981994"/>
          </a:xfrm>
        </p:spPr>
        <p:txBody>
          <a:bodyPr/>
          <a:lstStyle/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6C464-A9A6-24D6-FF50-5A487B3C1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216" y="622414"/>
            <a:ext cx="4280258" cy="5613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CAE77-3D4D-5037-1A7D-69CDF6C50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302" y="622414"/>
            <a:ext cx="4372243" cy="561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2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22F5-3D39-F0E2-ACE6-06A65152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092D9-5038-5DC3-8B95-BA87E9C63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040086" cy="2306637"/>
          </a:xfrm>
        </p:spPr>
        <p:txBody>
          <a:bodyPr>
            <a:normAutofit/>
          </a:bodyPr>
          <a:lstStyle/>
          <a:p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077A3-F30E-2339-D266-450FA1DB9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53" y="3666207"/>
            <a:ext cx="3561347" cy="981994"/>
          </a:xfrm>
        </p:spPr>
        <p:txBody>
          <a:bodyPr/>
          <a:lstStyle/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EFC9B-4C9D-D365-C8D1-BBF52C592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58" y="1052791"/>
            <a:ext cx="10940375" cy="2613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587D5A-8334-7D0A-A997-38A792D1F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58" y="3848985"/>
            <a:ext cx="846890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861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7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Times New Roman</vt:lpstr>
      <vt:lpstr>Gallery</vt:lpstr>
      <vt:lpstr>Mohammad almil hisnullah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deniramadhani33@outlook.com</dc:creator>
  <cp:lastModifiedBy>deniramadhani33@outlook.com</cp:lastModifiedBy>
  <cp:revision>1</cp:revision>
  <dcterms:created xsi:type="dcterms:W3CDTF">2026-03-09T03:41:37Z</dcterms:created>
  <dcterms:modified xsi:type="dcterms:W3CDTF">2026-03-09T03:43:24Z</dcterms:modified>
</cp:coreProperties>
</file>