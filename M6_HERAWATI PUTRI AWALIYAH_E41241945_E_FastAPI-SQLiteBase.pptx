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6" r:id="rId7"/>
    <p:sldId id="267" r:id="rId8"/>
    <p:sldId id="265" r:id="rId9"/>
  </p:sldIdLst>
  <p:sldSz cx="18288000" cy="10287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38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2AF8049-4716-4007-B4EA-FE7836883A3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Master subtitle style</a:t>
            </a:r>
            <a:endParaRPr lang="en-ID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A9B5F24-5285-4E26-8C1F-258A7E60B64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lvl="0" indent="0">
              <a:spcBef>
                <a:spcPts val="1417"/>
              </a:spcBef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B5589B4-5492-4285-80BF-50C40EDD5744}" type="slidenum">
              <a:t>‹#›</a:t>
            </a:fld>
            <a:endParaRPr/>
          </a:p>
        </p:txBody>
      </p:sp>
      <p:sp>
        <p:nvSpPr>
          <p:cNvPr id="2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lvl="0" indent="0">
              <a:spcBef>
                <a:spcPts val="1417"/>
              </a:spcBef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lvl="0" indent="0">
              <a:spcBef>
                <a:spcPts val="1417"/>
              </a:spcBef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A8341E4-D467-433B-B2D3-C0EAEAAE79DC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F5A7A51-849A-4465-A7E3-97D3560C2388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Master subtitle style</a:t>
            </a:r>
            <a:endParaRPr lang="en-ID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C2068D2-2FD6-4CF7-9921-13F55DB5FC5D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lvl="0" indent="0">
              <a:spcBef>
                <a:spcPts val="1417"/>
              </a:spcBef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lvl="0" indent="0">
              <a:spcBef>
                <a:spcPts val="1417"/>
              </a:spcBef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16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lvl="0" indent="0">
              <a:spcBef>
                <a:spcPts val="1417"/>
              </a:spcBef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380B36F-7932-4911-B38E-8857F1899A13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lvl="0" indent="0">
              <a:spcBef>
                <a:spcPts val="1417"/>
              </a:spcBef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lvl="0" indent="0">
              <a:spcBef>
                <a:spcPts val="1417"/>
              </a:spcBef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lvl="0" indent="0">
              <a:spcBef>
                <a:spcPts val="1417"/>
              </a:spcBef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34664B3-D7A4-4DE2-B612-CD031E572685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lvl="0" indent="0">
              <a:spcBef>
                <a:spcPts val="1417"/>
              </a:spcBef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lvl="0" indent="0">
              <a:spcBef>
                <a:spcPts val="1417"/>
              </a:spcBef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lvl="0" indent="0">
              <a:spcBef>
                <a:spcPts val="1417"/>
              </a:spcBef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D6D4881-105E-4700-A92B-5A577F106BD9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lvl="0" indent="0">
              <a:spcBef>
                <a:spcPts val="1417"/>
              </a:spcBef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lvl="0" indent="0">
              <a:spcBef>
                <a:spcPts val="1417"/>
              </a:spcBef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A1A5691-6DF5-4122-9D29-0CD83B5DAE88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lvl="0" indent="0">
              <a:spcBef>
                <a:spcPts val="1417"/>
              </a:spcBef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lvl="0" indent="0">
              <a:spcBef>
                <a:spcPts val="1417"/>
              </a:spcBef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lvl="0" indent="0">
              <a:spcBef>
                <a:spcPts val="1417"/>
              </a:spcBef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2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lvl="0" indent="0">
              <a:spcBef>
                <a:spcPts val="1417"/>
              </a:spcBef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FDF0739-2063-4DB5-BBDF-27FFDC0B3372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lvl="0" indent="0">
              <a:spcBef>
                <a:spcPts val="1417"/>
              </a:spcBef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lvl="0" indent="0">
              <a:spcBef>
                <a:spcPts val="1417"/>
              </a:spcBef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lvl="0" indent="0">
              <a:spcBef>
                <a:spcPts val="1417"/>
              </a:spcBef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lvl="0" indent="0">
              <a:spcBef>
                <a:spcPts val="1417"/>
              </a:spcBef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8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lvl="0" indent="0">
              <a:spcBef>
                <a:spcPts val="1417"/>
              </a:spcBef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39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lvl="0" indent="0">
              <a:spcBef>
                <a:spcPts val="1417"/>
              </a:spcBef>
              <a:buNone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08A37D2-7E7A-41C5-AD3D-D4A0C1F784E3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ID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D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D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75F3C1-7B9E-4302-BC60-7A87B7170E4C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ID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D" sz="1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1" name="Group 3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42" name="Freeform 4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0">
              <a:gsLst>
                <a:gs pos="0">
                  <a:srgbClr val="17406D">
                    <a:alpha val="50000"/>
                  </a:srgbClr>
                </a:gs>
                <a:gs pos="40000">
                  <a:srgbClr val="17406D">
                    <a:alpha val="30000"/>
                  </a:srgbClr>
                </a:gs>
                <a:gs pos="70000">
                  <a:srgbClr val="17406D">
                    <a:alpha val="0"/>
                  </a:srgbClr>
                </a:gs>
                <a:gs pos="100000">
                  <a:srgbClr val="17406D"/>
                </a:gs>
              </a:gsLst>
              <a:lin ang="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D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3" name="Group 5"/>
          <p:cNvGrpSpPr/>
          <p:nvPr/>
        </p:nvGrpSpPr>
        <p:grpSpPr>
          <a:xfrm>
            <a:off x="1631160" y="-28440"/>
            <a:ext cx="3607920" cy="1826280"/>
            <a:chOff x="1631160" y="-28440"/>
            <a:chExt cx="3607920" cy="1826280"/>
          </a:xfrm>
        </p:grpSpPr>
        <p:sp>
          <p:nvSpPr>
            <p:cNvPr id="44" name="Freeform 6"/>
            <p:cNvSpPr/>
            <p:nvPr/>
          </p:nvSpPr>
          <p:spPr>
            <a:xfrm>
              <a:off x="1640880" y="-19080"/>
              <a:ext cx="3588840" cy="1807200"/>
            </a:xfrm>
            <a:custGeom>
              <a:avLst/>
              <a:gdLst>
                <a:gd name="textAreaLeft" fmla="*/ 0 w 3588840"/>
                <a:gd name="textAreaRight" fmla="*/ 3589200 w 3588840"/>
                <a:gd name="textAreaTop" fmla="*/ 0 h 1807200"/>
                <a:gd name="textAreaBottom" fmla="*/ 1807560 h 1807200"/>
              </a:gdLst>
              <a:ahLst/>
              <a:cxnLst/>
              <a:rect l="textAreaLeft" t="textAreaTop" r="textAreaRight" b="textAreaBottom"/>
              <a:pathLst>
                <a:path w="4785741" h="2409952">
                  <a:moveTo>
                    <a:pt x="609981" y="2409952"/>
                  </a:moveTo>
                  <a:lnTo>
                    <a:pt x="4175760" y="2409952"/>
                  </a:lnTo>
                  <a:cubicBezTo>
                    <a:pt x="4512564" y="2409952"/>
                    <a:pt x="4785741" y="2138299"/>
                    <a:pt x="4785741" y="1803146"/>
                  </a:cubicBezTo>
                  <a:lnTo>
                    <a:pt x="4785741" y="0"/>
                  </a:lnTo>
                  <a:lnTo>
                    <a:pt x="0" y="0"/>
                  </a:lnTo>
                  <a:lnTo>
                    <a:pt x="0" y="1803146"/>
                  </a:lnTo>
                  <a:cubicBezTo>
                    <a:pt x="0" y="2138299"/>
                    <a:pt x="273050" y="2409952"/>
                    <a:pt x="609981" y="2409952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D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" name="Freeform 7"/>
            <p:cNvSpPr/>
            <p:nvPr/>
          </p:nvSpPr>
          <p:spPr>
            <a:xfrm>
              <a:off x="1631160" y="-28440"/>
              <a:ext cx="3607920" cy="1826280"/>
            </a:xfrm>
            <a:custGeom>
              <a:avLst/>
              <a:gdLst>
                <a:gd name="textAreaLeft" fmla="*/ 0 w 3607920"/>
                <a:gd name="textAreaRight" fmla="*/ 3608280 w 3607920"/>
                <a:gd name="textAreaTop" fmla="*/ 0 h 1826280"/>
                <a:gd name="textAreaBottom" fmla="*/ 1826640 h 1826280"/>
              </a:gdLst>
              <a:ahLst/>
              <a:cxnLst/>
              <a:rect l="textAreaLeft" t="textAreaTop" r="textAreaRight" b="textAreaBottom"/>
              <a:pathLst>
                <a:path w="4811014" h="2435352">
                  <a:moveTo>
                    <a:pt x="622681" y="2409952"/>
                  </a:moveTo>
                  <a:lnTo>
                    <a:pt x="4188460" y="2409952"/>
                  </a:lnTo>
                  <a:lnTo>
                    <a:pt x="4188460" y="2422652"/>
                  </a:lnTo>
                  <a:lnTo>
                    <a:pt x="4188460" y="2409952"/>
                  </a:lnTo>
                  <a:cubicBezTo>
                    <a:pt x="4518406" y="2409952"/>
                    <a:pt x="4785741" y="2143887"/>
                    <a:pt x="4785741" y="1815846"/>
                  </a:cubicBezTo>
                  <a:lnTo>
                    <a:pt x="4798441" y="1815846"/>
                  </a:lnTo>
                  <a:lnTo>
                    <a:pt x="4785741" y="1815846"/>
                  </a:lnTo>
                  <a:lnTo>
                    <a:pt x="4785741" y="12700"/>
                  </a:lnTo>
                  <a:lnTo>
                    <a:pt x="4798441" y="12700"/>
                  </a:lnTo>
                  <a:lnTo>
                    <a:pt x="4798441" y="25400"/>
                  </a:lnTo>
                  <a:lnTo>
                    <a:pt x="12700" y="25400"/>
                  </a:lnTo>
                  <a:lnTo>
                    <a:pt x="12700" y="12700"/>
                  </a:lnTo>
                  <a:lnTo>
                    <a:pt x="25400" y="12700"/>
                  </a:lnTo>
                  <a:lnTo>
                    <a:pt x="25400" y="1815846"/>
                  </a:lnTo>
                  <a:lnTo>
                    <a:pt x="12700" y="1815846"/>
                  </a:lnTo>
                  <a:lnTo>
                    <a:pt x="25400" y="1815846"/>
                  </a:lnTo>
                  <a:cubicBezTo>
                    <a:pt x="25400" y="2143887"/>
                    <a:pt x="292735" y="2409952"/>
                    <a:pt x="622681" y="2409952"/>
                  </a:cubicBezTo>
                  <a:lnTo>
                    <a:pt x="622681" y="2422652"/>
                  </a:lnTo>
                  <a:lnTo>
                    <a:pt x="622681" y="2409952"/>
                  </a:lnTo>
                  <a:lnTo>
                    <a:pt x="622681" y="2422652"/>
                  </a:lnTo>
                  <a:lnTo>
                    <a:pt x="622681" y="2409952"/>
                  </a:lnTo>
                  <a:moveTo>
                    <a:pt x="622681" y="2435352"/>
                  </a:moveTo>
                  <a:cubicBezTo>
                    <a:pt x="278765" y="2435352"/>
                    <a:pt x="0" y="2157984"/>
                    <a:pt x="0" y="181584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lnTo>
                    <a:pt x="4798314" y="0"/>
                  </a:lnTo>
                  <a:cubicBezTo>
                    <a:pt x="4805299" y="0"/>
                    <a:pt x="4811014" y="5715"/>
                    <a:pt x="4811014" y="12700"/>
                  </a:cubicBezTo>
                  <a:lnTo>
                    <a:pt x="4811014" y="1815846"/>
                  </a:lnTo>
                  <a:cubicBezTo>
                    <a:pt x="4811014" y="2157984"/>
                    <a:pt x="4532249" y="2435352"/>
                    <a:pt x="4188333" y="2435352"/>
                  </a:cubicBezTo>
                  <a:lnTo>
                    <a:pt x="622681" y="243535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D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6" name="Group 8"/>
          <p:cNvGrpSpPr/>
          <p:nvPr/>
        </p:nvGrpSpPr>
        <p:grpSpPr>
          <a:xfrm>
            <a:off x="3549600" y="149760"/>
            <a:ext cx="1530720" cy="1613520"/>
            <a:chOff x="3549600" y="149760"/>
            <a:chExt cx="1530720" cy="1613520"/>
          </a:xfrm>
        </p:grpSpPr>
        <p:sp>
          <p:nvSpPr>
            <p:cNvPr id="47" name="Freeform 9"/>
            <p:cNvSpPr/>
            <p:nvPr/>
          </p:nvSpPr>
          <p:spPr>
            <a:xfrm>
              <a:off x="3549600" y="149760"/>
              <a:ext cx="1530720" cy="1613520"/>
            </a:xfrm>
            <a:custGeom>
              <a:avLst/>
              <a:gdLst>
                <a:gd name="textAreaLeft" fmla="*/ 0 w 1530720"/>
                <a:gd name="textAreaRight" fmla="*/ 1531080 w 1530720"/>
                <a:gd name="textAreaTop" fmla="*/ 0 h 1613520"/>
                <a:gd name="textAreaBottom" fmla="*/ 1613880 h 1613520"/>
              </a:gdLst>
              <a:ahLst/>
              <a:cxnLst/>
              <a:rect l="textAreaLeft" t="textAreaTop" r="textAreaRight" b="textAreaBottom"/>
              <a:pathLst>
                <a:path w="2041525" h="2151761">
                  <a:moveTo>
                    <a:pt x="0" y="0"/>
                  </a:moveTo>
                  <a:lnTo>
                    <a:pt x="2041525" y="0"/>
                  </a:lnTo>
                  <a:lnTo>
                    <a:pt x="2041525" y="2151761"/>
                  </a:lnTo>
                  <a:lnTo>
                    <a:pt x="0" y="215176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D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8" name="Group 10"/>
          <p:cNvGrpSpPr/>
          <p:nvPr/>
        </p:nvGrpSpPr>
        <p:grpSpPr>
          <a:xfrm>
            <a:off x="4175400" y="-647550"/>
            <a:ext cx="20793600" cy="11696400"/>
            <a:chOff x="4023000" y="-685800"/>
            <a:chExt cx="20793600" cy="11696400"/>
          </a:xfrm>
        </p:grpSpPr>
        <p:sp>
          <p:nvSpPr>
            <p:cNvPr id="49" name="Freeform 11"/>
            <p:cNvSpPr/>
            <p:nvPr/>
          </p:nvSpPr>
          <p:spPr>
            <a:xfrm>
              <a:off x="4023000" y="-685800"/>
              <a:ext cx="20793600" cy="11696400"/>
            </a:xfrm>
            <a:custGeom>
              <a:avLst/>
              <a:gdLst>
                <a:gd name="textAreaLeft" fmla="*/ 0 w 20793600"/>
                <a:gd name="textAreaRight" fmla="*/ 20793960 w 20793600"/>
                <a:gd name="textAreaTop" fmla="*/ 0 h 11696400"/>
                <a:gd name="textAreaBottom" fmla="*/ 11696760 h 11696400"/>
              </a:gdLst>
              <a:ahLst/>
              <a:cxnLst/>
              <a:rect l="textAreaLeft" t="textAreaTop" r="textAreaRight" b="textAreaBottom"/>
              <a:pathLst>
                <a:path w="27725498" h="15595600">
                  <a:moveTo>
                    <a:pt x="0" y="0"/>
                  </a:moveTo>
                  <a:lnTo>
                    <a:pt x="27725498" y="0"/>
                  </a:lnTo>
                  <a:lnTo>
                    <a:pt x="27725498" y="15595600"/>
                  </a:lnTo>
                  <a:lnTo>
                    <a:pt x="0" y="155956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endParaRPr lang="en-ID" sz="1800" b="0" strike="noStrike" spc="-1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0" name="Group 12"/>
          <p:cNvGrpSpPr/>
          <p:nvPr/>
        </p:nvGrpSpPr>
        <p:grpSpPr>
          <a:xfrm>
            <a:off x="2147040" y="201240"/>
            <a:ext cx="1321920" cy="1343160"/>
            <a:chOff x="2147040" y="201240"/>
            <a:chExt cx="1321920" cy="1343160"/>
          </a:xfrm>
        </p:grpSpPr>
        <p:sp>
          <p:nvSpPr>
            <p:cNvPr id="51" name="Freeform 13"/>
            <p:cNvSpPr/>
            <p:nvPr/>
          </p:nvSpPr>
          <p:spPr>
            <a:xfrm>
              <a:off x="2147040" y="201240"/>
              <a:ext cx="1321920" cy="1343160"/>
            </a:xfrm>
            <a:custGeom>
              <a:avLst/>
              <a:gdLst>
                <a:gd name="textAreaLeft" fmla="*/ 0 w 1321920"/>
                <a:gd name="textAreaRight" fmla="*/ 1322280 w 1321920"/>
                <a:gd name="textAreaTop" fmla="*/ 0 h 1343160"/>
                <a:gd name="textAreaBottom" fmla="*/ 1343520 h 1343160"/>
              </a:gdLst>
              <a:ahLst/>
              <a:cxnLst/>
              <a:rect l="textAreaLeft" t="textAreaTop" r="textAreaRight" b="textAreaBottom"/>
              <a:pathLst>
                <a:path w="1763014" h="1791208">
                  <a:moveTo>
                    <a:pt x="0" y="0"/>
                  </a:moveTo>
                  <a:lnTo>
                    <a:pt x="1763014" y="0"/>
                  </a:lnTo>
                  <a:lnTo>
                    <a:pt x="1763014" y="1791208"/>
                  </a:lnTo>
                  <a:lnTo>
                    <a:pt x="0" y="179120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D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2" name="Group 14"/>
          <p:cNvGrpSpPr/>
          <p:nvPr/>
        </p:nvGrpSpPr>
        <p:grpSpPr>
          <a:xfrm>
            <a:off x="16614000" y="302400"/>
            <a:ext cx="1351080" cy="1351080"/>
            <a:chOff x="16614000" y="302400"/>
            <a:chExt cx="1351080" cy="1351080"/>
          </a:xfrm>
        </p:grpSpPr>
        <p:sp>
          <p:nvSpPr>
            <p:cNvPr id="53" name="Freeform 15"/>
            <p:cNvSpPr/>
            <p:nvPr/>
          </p:nvSpPr>
          <p:spPr>
            <a:xfrm>
              <a:off x="16614000" y="302400"/>
              <a:ext cx="1351080" cy="1351080"/>
            </a:xfrm>
            <a:custGeom>
              <a:avLst/>
              <a:gdLst>
                <a:gd name="textAreaLeft" fmla="*/ 0 w 1351080"/>
                <a:gd name="textAreaRight" fmla="*/ 1351440 w 1351080"/>
                <a:gd name="textAreaTop" fmla="*/ 0 h 1351080"/>
                <a:gd name="textAreaBottom" fmla="*/ 1351440 h 1351080"/>
              </a:gdLst>
              <a:ahLst/>
              <a:cxnLst/>
              <a:rect l="textAreaLeft" t="textAreaTop" r="textAreaRight" b="textAreaBottom"/>
              <a:pathLst>
                <a:path w="1801876" h="1801876">
                  <a:moveTo>
                    <a:pt x="0" y="0"/>
                  </a:moveTo>
                  <a:lnTo>
                    <a:pt x="1801876" y="0"/>
                  </a:lnTo>
                  <a:lnTo>
                    <a:pt x="1801876" y="1801876"/>
                  </a:lnTo>
                  <a:lnTo>
                    <a:pt x="0" y="180187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D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6" name="TextBox 19"/>
          <p:cNvSpPr/>
          <p:nvPr/>
        </p:nvSpPr>
        <p:spPr>
          <a:xfrm>
            <a:off x="7434720" y="4135320"/>
            <a:ext cx="9179280" cy="24189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914400">
              <a:lnSpc>
                <a:spcPts val="4771"/>
              </a:lnSpc>
              <a:buClr>
                <a:srgbClr val="FFFAFA"/>
              </a:buClr>
            </a:pPr>
            <a:r>
              <a:rPr lang="id-ID" sz="3700" b="1" strike="noStrike" spc="-1" dirty="0">
                <a:solidFill>
                  <a:srgbClr val="FFFAFA"/>
                </a:solidFill>
                <a:latin typeface="Times New Roman"/>
                <a:ea typeface="Tahoma"/>
              </a:rPr>
              <a:t>Nama : </a:t>
            </a:r>
            <a:r>
              <a:rPr lang="en-US" sz="3700" b="1" spc="-1" dirty="0">
                <a:solidFill>
                  <a:srgbClr val="FFFAFA"/>
                </a:solidFill>
                <a:latin typeface="Times New Roman"/>
                <a:ea typeface="Tahoma"/>
              </a:rPr>
              <a:t>Herawati Putri</a:t>
            </a:r>
            <a:r>
              <a:rPr lang="en-US" sz="3700" b="1" strike="noStrike" spc="-1" dirty="0">
                <a:solidFill>
                  <a:srgbClr val="FFFAFA"/>
                </a:solidFill>
                <a:latin typeface="Times New Roman"/>
                <a:ea typeface="Tahoma"/>
              </a:rPr>
              <a:t> </a:t>
            </a:r>
            <a:endParaRPr lang="id-ID" sz="3700" b="1" strike="noStrike" spc="-1" dirty="0">
              <a:solidFill>
                <a:srgbClr val="FFFAFA"/>
              </a:solidFill>
              <a:latin typeface="Times New Roman"/>
              <a:ea typeface="Tahoma"/>
            </a:endParaRPr>
          </a:p>
          <a:p>
            <a:pPr algn="just" defTabSz="914400">
              <a:lnSpc>
                <a:spcPts val="4771"/>
              </a:lnSpc>
              <a:buClr>
                <a:srgbClr val="FFFAFA"/>
              </a:buClr>
            </a:pPr>
            <a:r>
              <a:rPr lang="id-ID" sz="3700" b="1" spc="-1" dirty="0">
                <a:solidFill>
                  <a:srgbClr val="FFFAFA"/>
                </a:solidFill>
                <a:latin typeface="Times New Roman"/>
                <a:ea typeface="Tahoma"/>
              </a:rPr>
              <a:t>NIM   : E4124</a:t>
            </a:r>
            <a:r>
              <a:rPr lang="en-US" sz="3700" b="1" spc="-1" dirty="0">
                <a:solidFill>
                  <a:srgbClr val="FFFAFA"/>
                </a:solidFill>
                <a:latin typeface="Times New Roman"/>
                <a:ea typeface="Tahoma"/>
              </a:rPr>
              <a:t>1945</a:t>
            </a:r>
            <a:endParaRPr lang="id-ID" sz="3700" b="1" spc="-1" dirty="0">
              <a:solidFill>
                <a:srgbClr val="FFFAFA"/>
              </a:solidFill>
              <a:latin typeface="Times New Roman"/>
              <a:ea typeface="Tahoma"/>
            </a:endParaRPr>
          </a:p>
          <a:p>
            <a:pPr algn="just" defTabSz="914400">
              <a:lnSpc>
                <a:spcPts val="4771"/>
              </a:lnSpc>
              <a:buClr>
                <a:srgbClr val="FFFAFA"/>
              </a:buClr>
            </a:pPr>
            <a:r>
              <a:rPr lang="id-ID" sz="3700" b="1" strike="noStrike" spc="-1" dirty="0">
                <a:solidFill>
                  <a:srgbClr val="FFFAFA"/>
                </a:solidFill>
                <a:latin typeface="Times New Roman"/>
                <a:ea typeface="Tahoma"/>
              </a:rPr>
              <a:t>Golongan : E</a:t>
            </a:r>
          </a:p>
          <a:p>
            <a:pPr algn="just" defTabSz="914400">
              <a:lnSpc>
                <a:spcPts val="4771"/>
              </a:lnSpc>
              <a:buClr>
                <a:srgbClr val="FFFAFA"/>
              </a:buClr>
            </a:pPr>
            <a:r>
              <a:rPr lang="id-ID" sz="3700" b="1" strike="noStrike" spc="-1" dirty="0">
                <a:solidFill>
                  <a:srgbClr val="FFFAFA"/>
                </a:solidFill>
                <a:latin typeface="Times New Roman"/>
                <a:ea typeface="Tahoma"/>
              </a:rPr>
              <a:t>Materi :Flutter-FastAPI-SQLiteBase</a:t>
            </a:r>
            <a:endParaRPr lang="en-ID" sz="37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Box 16"/>
          <p:cNvSpPr/>
          <p:nvPr/>
        </p:nvSpPr>
        <p:spPr>
          <a:xfrm>
            <a:off x="7422840" y="2481840"/>
            <a:ext cx="10541880" cy="134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4400" b="1" strike="noStrike" spc="-1">
                <a:solidFill>
                  <a:srgbClr val="FFC000"/>
                </a:solidFill>
                <a:latin typeface="Tahoma"/>
                <a:ea typeface="Tahoma"/>
              </a:rPr>
              <a:t>WORKSHOP MOBILE APPLICATIONS FRAMEWORK </a:t>
            </a:r>
            <a:endParaRPr lang="en-ID" sz="4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oup 2"/>
          <p:cNvGrpSpPr/>
          <p:nvPr/>
        </p:nvGrpSpPr>
        <p:grpSpPr>
          <a:xfrm>
            <a:off x="2204280" y="-942840"/>
            <a:ext cx="21640320" cy="12172680"/>
            <a:chOff x="2171880" y="-971640"/>
            <a:chExt cx="21640320" cy="12172680"/>
          </a:xfrm>
        </p:grpSpPr>
        <p:sp>
          <p:nvSpPr>
            <p:cNvPr id="95" name="Freeform 3"/>
            <p:cNvSpPr/>
            <p:nvPr/>
          </p:nvSpPr>
          <p:spPr>
            <a:xfrm>
              <a:off x="2171880" y="-971640"/>
              <a:ext cx="21640320" cy="12172680"/>
            </a:xfrm>
            <a:custGeom>
              <a:avLst/>
              <a:gdLst>
                <a:gd name="textAreaLeft" fmla="*/ 0 w 21640320"/>
                <a:gd name="textAreaRight" fmla="*/ 21640680 w 21640320"/>
                <a:gd name="textAreaTop" fmla="*/ 0 h 12172680"/>
                <a:gd name="textAreaBottom" fmla="*/ 12173040 h 12172680"/>
              </a:gdLst>
              <a:ahLst/>
              <a:cxnLst/>
              <a:rect l="textAreaLeft" t="textAreaTop" r="textAreaRight" b="textAreaBottom"/>
              <a:pathLst>
                <a:path w="28854400" h="16230600">
                  <a:moveTo>
                    <a:pt x="0" y="0"/>
                  </a:moveTo>
                  <a:lnTo>
                    <a:pt x="28854400" y="0"/>
                  </a:lnTo>
                  <a:lnTo>
                    <a:pt x="28854400" y="16230600"/>
                  </a:lnTo>
                  <a:lnTo>
                    <a:pt x="0" y="162306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D" sz="18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6" name="Freeform 4"/>
          <p:cNvSpPr/>
          <p:nvPr/>
        </p:nvSpPr>
        <p:spPr>
          <a:xfrm>
            <a:off x="-313200" y="-275040"/>
            <a:ext cx="7966440" cy="3333600"/>
          </a:xfrm>
          <a:custGeom>
            <a:avLst/>
            <a:gdLst>
              <a:gd name="textAreaLeft" fmla="*/ 0 w 7966440"/>
              <a:gd name="textAreaRight" fmla="*/ 7966800 w 7966440"/>
              <a:gd name="textAreaTop" fmla="*/ 0 h 3333600"/>
              <a:gd name="textAreaBottom" fmla="*/ 3333960 h 3333600"/>
            </a:gdLst>
            <a:ahLst/>
            <a:cxnLst/>
            <a:rect l="textAreaLeft" t="textAreaTop" r="textAreaRight" b="textAreaBottom"/>
            <a:pathLst>
              <a:path w="7966729" h="3334060">
                <a:moveTo>
                  <a:pt x="0" y="0"/>
                </a:moveTo>
                <a:lnTo>
                  <a:pt x="7966729" y="0"/>
                </a:lnTo>
                <a:lnTo>
                  <a:pt x="7966729" y="3334060"/>
                </a:lnTo>
                <a:lnTo>
                  <a:pt x="0" y="333406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D" sz="1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7" name="Group 5"/>
          <p:cNvGrpSpPr/>
          <p:nvPr/>
        </p:nvGrpSpPr>
        <p:grpSpPr>
          <a:xfrm>
            <a:off x="15765840" y="366120"/>
            <a:ext cx="1609920" cy="1697040"/>
            <a:chOff x="15765840" y="366120"/>
            <a:chExt cx="1609920" cy="1697040"/>
          </a:xfrm>
        </p:grpSpPr>
        <p:sp>
          <p:nvSpPr>
            <p:cNvPr id="98" name="Freeform 6"/>
            <p:cNvSpPr/>
            <p:nvPr/>
          </p:nvSpPr>
          <p:spPr>
            <a:xfrm>
              <a:off x="15765840" y="366120"/>
              <a:ext cx="1609920" cy="1697040"/>
            </a:xfrm>
            <a:custGeom>
              <a:avLst/>
              <a:gdLst>
                <a:gd name="textAreaLeft" fmla="*/ 0 w 1609920"/>
                <a:gd name="textAreaRight" fmla="*/ 1610280 w 1609920"/>
                <a:gd name="textAreaTop" fmla="*/ 0 h 1697040"/>
                <a:gd name="textAreaBottom" fmla="*/ 1697400 h 1697040"/>
              </a:gdLst>
              <a:ahLst/>
              <a:cxnLst/>
              <a:rect l="textAreaLeft" t="textAreaTop" r="textAreaRight" b="textAreaBottom"/>
              <a:pathLst>
                <a:path w="2147062" h="2263013">
                  <a:moveTo>
                    <a:pt x="0" y="0"/>
                  </a:moveTo>
                  <a:lnTo>
                    <a:pt x="2147062" y="0"/>
                  </a:lnTo>
                  <a:lnTo>
                    <a:pt x="2147062" y="2263013"/>
                  </a:lnTo>
                  <a:lnTo>
                    <a:pt x="0" y="226301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D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99" name="Group 7"/>
          <p:cNvGrpSpPr/>
          <p:nvPr/>
        </p:nvGrpSpPr>
        <p:grpSpPr>
          <a:xfrm>
            <a:off x="1546770" y="111600"/>
            <a:ext cx="16430550" cy="2189890"/>
            <a:chOff x="1546770" y="111600"/>
            <a:chExt cx="16430550" cy="2189890"/>
          </a:xfrm>
        </p:grpSpPr>
        <p:sp>
          <p:nvSpPr>
            <p:cNvPr id="100" name="Freeform 8"/>
            <p:cNvSpPr/>
            <p:nvPr/>
          </p:nvSpPr>
          <p:spPr>
            <a:xfrm>
              <a:off x="2204280" y="111600"/>
              <a:ext cx="15773040" cy="1987920"/>
            </a:xfrm>
            <a:custGeom>
              <a:avLst/>
              <a:gdLst>
                <a:gd name="textAreaLeft" fmla="*/ 0 w 15773040"/>
                <a:gd name="textAreaRight" fmla="*/ 15773400 w 15773040"/>
                <a:gd name="textAreaTop" fmla="*/ 0 h 1987920"/>
                <a:gd name="textAreaBottom" fmla="*/ 1988280 h 1987920"/>
              </a:gdLst>
              <a:ahLst/>
              <a:cxnLst/>
              <a:rect l="textAreaLeft" t="textAreaTop" r="textAreaRight" b="textAreaBottom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D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1" name="TextBox 9"/>
            <p:cNvSpPr/>
            <p:nvPr/>
          </p:nvSpPr>
          <p:spPr>
            <a:xfrm>
              <a:off x="1546770" y="1509850"/>
              <a:ext cx="15773040" cy="791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ts val="7129"/>
                </a:lnSpc>
              </a:pPr>
              <a:r>
                <a:rPr lang="en-US" sz="4400" b="1" spc="-1" dirty="0">
                  <a:solidFill>
                    <a:srgbClr val="000000"/>
                  </a:solidFill>
                  <a:latin typeface="Times New Roman"/>
                  <a:ea typeface="Arial Bold"/>
                </a:rPr>
                <a:t>1</a:t>
              </a:r>
              <a:r>
                <a:rPr lang="en-US" sz="4400" b="1" strike="noStrike" spc="-1" dirty="0">
                  <a:solidFill>
                    <a:srgbClr val="000000"/>
                  </a:solidFill>
                  <a:latin typeface="Times New Roman"/>
                  <a:ea typeface="Arial Bold"/>
                </a:rPr>
                <a:t>. </a:t>
              </a:r>
              <a:r>
                <a:rPr lang="id-ID" sz="4400" b="1" spc="-1" dirty="0">
                  <a:solidFill>
                    <a:schemeClr val="dk1"/>
                  </a:solidFill>
                  <a:latin typeface="Times New Roman"/>
                  <a:ea typeface="Arial Bold"/>
                </a:rPr>
                <a:t>Struktur Kode Backend</a:t>
              </a:r>
              <a:endParaRPr lang="en-ID" sz="44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6E1EA81-AA18-20D2-601F-E4B879F4A5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2710" y="2430821"/>
            <a:ext cx="6186394" cy="22569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roup 1"/>
          <p:cNvGrpSpPr/>
          <p:nvPr/>
        </p:nvGrpSpPr>
        <p:grpSpPr>
          <a:xfrm>
            <a:off x="2171880" y="-971640"/>
            <a:ext cx="21640320" cy="12172680"/>
            <a:chOff x="2171880" y="-971640"/>
            <a:chExt cx="21640320" cy="12172680"/>
          </a:xfrm>
        </p:grpSpPr>
        <p:sp>
          <p:nvSpPr>
            <p:cNvPr id="106" name="Freeform 1"/>
            <p:cNvSpPr/>
            <p:nvPr/>
          </p:nvSpPr>
          <p:spPr>
            <a:xfrm>
              <a:off x="2171880" y="-971640"/>
              <a:ext cx="21640320" cy="12172680"/>
            </a:xfrm>
            <a:custGeom>
              <a:avLst/>
              <a:gdLst>
                <a:gd name="textAreaLeft" fmla="*/ 0 w 21640320"/>
                <a:gd name="textAreaRight" fmla="*/ 21640680 w 21640320"/>
                <a:gd name="textAreaTop" fmla="*/ 0 h 12172680"/>
                <a:gd name="textAreaBottom" fmla="*/ 12173040 h 12172680"/>
              </a:gdLst>
              <a:ahLst/>
              <a:cxnLst/>
              <a:rect l="textAreaLeft" t="textAreaTop" r="textAreaRight" b="textAreaBottom"/>
              <a:pathLst>
                <a:path w="28854400" h="16230600">
                  <a:moveTo>
                    <a:pt x="0" y="0"/>
                  </a:moveTo>
                  <a:lnTo>
                    <a:pt x="28854400" y="0"/>
                  </a:lnTo>
                  <a:lnTo>
                    <a:pt x="28854400" y="16230600"/>
                  </a:lnTo>
                  <a:lnTo>
                    <a:pt x="0" y="162306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D" sz="18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7" name="Freeform 17"/>
          <p:cNvSpPr/>
          <p:nvPr/>
        </p:nvSpPr>
        <p:spPr>
          <a:xfrm>
            <a:off x="-313200" y="-275040"/>
            <a:ext cx="7966440" cy="3333600"/>
          </a:xfrm>
          <a:custGeom>
            <a:avLst/>
            <a:gdLst>
              <a:gd name="textAreaLeft" fmla="*/ 0 w 7966440"/>
              <a:gd name="textAreaRight" fmla="*/ 7966800 w 7966440"/>
              <a:gd name="textAreaTop" fmla="*/ 0 h 3333600"/>
              <a:gd name="textAreaBottom" fmla="*/ 3333960 h 3333600"/>
            </a:gdLst>
            <a:ahLst/>
            <a:cxnLst/>
            <a:rect l="textAreaLeft" t="textAreaTop" r="textAreaRight" b="textAreaBottom"/>
            <a:pathLst>
              <a:path w="7966729" h="3334060">
                <a:moveTo>
                  <a:pt x="0" y="0"/>
                </a:moveTo>
                <a:lnTo>
                  <a:pt x="7966729" y="0"/>
                </a:lnTo>
                <a:lnTo>
                  <a:pt x="7966729" y="3334060"/>
                </a:lnTo>
                <a:lnTo>
                  <a:pt x="0" y="333406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D" sz="1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8" name="Group 16"/>
          <p:cNvGrpSpPr/>
          <p:nvPr/>
        </p:nvGrpSpPr>
        <p:grpSpPr>
          <a:xfrm>
            <a:off x="15765840" y="366120"/>
            <a:ext cx="1609920" cy="1697040"/>
            <a:chOff x="15765840" y="366120"/>
            <a:chExt cx="1609920" cy="1697040"/>
          </a:xfrm>
        </p:grpSpPr>
        <p:sp>
          <p:nvSpPr>
            <p:cNvPr id="109" name="Freeform 19"/>
            <p:cNvSpPr/>
            <p:nvPr/>
          </p:nvSpPr>
          <p:spPr>
            <a:xfrm>
              <a:off x="15765840" y="366120"/>
              <a:ext cx="1609920" cy="1697040"/>
            </a:xfrm>
            <a:custGeom>
              <a:avLst/>
              <a:gdLst>
                <a:gd name="textAreaLeft" fmla="*/ 0 w 1609920"/>
                <a:gd name="textAreaRight" fmla="*/ 1610280 w 1609920"/>
                <a:gd name="textAreaTop" fmla="*/ 0 h 1697040"/>
                <a:gd name="textAreaBottom" fmla="*/ 1697400 h 1697040"/>
              </a:gdLst>
              <a:ahLst/>
              <a:cxnLst/>
              <a:rect l="textAreaLeft" t="textAreaTop" r="textAreaRight" b="textAreaBottom"/>
              <a:pathLst>
                <a:path w="2147062" h="2263013">
                  <a:moveTo>
                    <a:pt x="0" y="0"/>
                  </a:moveTo>
                  <a:lnTo>
                    <a:pt x="2147062" y="0"/>
                  </a:lnTo>
                  <a:lnTo>
                    <a:pt x="2147062" y="2263013"/>
                  </a:lnTo>
                  <a:lnTo>
                    <a:pt x="0" y="226301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D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10" name="Group 18"/>
          <p:cNvGrpSpPr/>
          <p:nvPr/>
        </p:nvGrpSpPr>
        <p:grpSpPr>
          <a:xfrm>
            <a:off x="2171880" y="111600"/>
            <a:ext cx="15805440" cy="2307240"/>
            <a:chOff x="2171880" y="111600"/>
            <a:chExt cx="15805440" cy="2307240"/>
          </a:xfrm>
        </p:grpSpPr>
        <p:sp>
          <p:nvSpPr>
            <p:cNvPr id="111" name="Freeform 20"/>
            <p:cNvSpPr/>
            <p:nvPr/>
          </p:nvSpPr>
          <p:spPr>
            <a:xfrm>
              <a:off x="2204280" y="111600"/>
              <a:ext cx="15773040" cy="1987920"/>
            </a:xfrm>
            <a:custGeom>
              <a:avLst/>
              <a:gdLst>
                <a:gd name="textAreaLeft" fmla="*/ 0 w 15773040"/>
                <a:gd name="textAreaRight" fmla="*/ 15773400 w 15773040"/>
                <a:gd name="textAreaTop" fmla="*/ 0 h 1987920"/>
                <a:gd name="textAreaBottom" fmla="*/ 1988280 h 1987920"/>
              </a:gdLst>
              <a:ahLst/>
              <a:cxnLst/>
              <a:rect l="textAreaLeft" t="textAreaTop" r="textAreaRight" b="textAreaBottom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D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2" name="TextBox 1"/>
            <p:cNvSpPr/>
            <p:nvPr/>
          </p:nvSpPr>
          <p:spPr>
            <a:xfrm>
              <a:off x="2171880" y="1627200"/>
              <a:ext cx="15773040" cy="791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742950" indent="-742950" defTabSz="914400">
                <a:lnSpc>
                  <a:spcPts val="7129"/>
                </a:lnSpc>
                <a:buFont typeface="+mj-lt"/>
                <a:buAutoNum type="alphaLcPeriod"/>
              </a:pPr>
              <a:r>
                <a:rPr lang="id-ID" sz="4400" b="1" strike="noStrike" spc="-1" dirty="0">
                  <a:solidFill>
                    <a:srgbClr val="000000"/>
                  </a:solidFill>
                  <a:latin typeface="Times New Roman"/>
                </a:rPr>
                <a:t>Cek.py</a:t>
              </a:r>
              <a:endParaRPr lang="en-ID" sz="44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9FF36AE-94FF-544F-01C2-F61E590D3E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1226" y="2565339"/>
            <a:ext cx="7027475" cy="34187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2"/>
          <p:cNvGrpSpPr/>
          <p:nvPr/>
        </p:nvGrpSpPr>
        <p:grpSpPr>
          <a:xfrm>
            <a:off x="2171880" y="-971640"/>
            <a:ext cx="21640320" cy="12172680"/>
            <a:chOff x="2171880" y="-971640"/>
            <a:chExt cx="21640320" cy="12172680"/>
          </a:xfrm>
        </p:grpSpPr>
        <p:sp>
          <p:nvSpPr>
            <p:cNvPr id="117" name="Freeform 3"/>
            <p:cNvSpPr/>
            <p:nvPr/>
          </p:nvSpPr>
          <p:spPr>
            <a:xfrm>
              <a:off x="2171880" y="-971640"/>
              <a:ext cx="21640320" cy="12172680"/>
            </a:xfrm>
            <a:custGeom>
              <a:avLst/>
              <a:gdLst>
                <a:gd name="textAreaLeft" fmla="*/ 0 w 21640320"/>
                <a:gd name="textAreaRight" fmla="*/ 21640680 w 21640320"/>
                <a:gd name="textAreaTop" fmla="*/ 0 h 12172680"/>
                <a:gd name="textAreaBottom" fmla="*/ 12173040 h 12172680"/>
              </a:gdLst>
              <a:ahLst/>
              <a:cxnLst/>
              <a:rect l="textAreaLeft" t="textAreaTop" r="textAreaRight" b="textAreaBottom"/>
              <a:pathLst>
                <a:path w="28854400" h="16230600">
                  <a:moveTo>
                    <a:pt x="0" y="0"/>
                  </a:moveTo>
                  <a:lnTo>
                    <a:pt x="28854400" y="0"/>
                  </a:lnTo>
                  <a:lnTo>
                    <a:pt x="28854400" y="16230600"/>
                  </a:lnTo>
                  <a:lnTo>
                    <a:pt x="0" y="162306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D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18" name="Freeform 4"/>
          <p:cNvSpPr/>
          <p:nvPr/>
        </p:nvSpPr>
        <p:spPr>
          <a:xfrm>
            <a:off x="-313200" y="-275040"/>
            <a:ext cx="7966440" cy="3333600"/>
          </a:xfrm>
          <a:custGeom>
            <a:avLst/>
            <a:gdLst>
              <a:gd name="textAreaLeft" fmla="*/ 0 w 7966440"/>
              <a:gd name="textAreaRight" fmla="*/ 7966800 w 7966440"/>
              <a:gd name="textAreaTop" fmla="*/ 0 h 3333600"/>
              <a:gd name="textAreaBottom" fmla="*/ 3333960 h 3333600"/>
            </a:gdLst>
            <a:ahLst/>
            <a:cxnLst/>
            <a:rect l="textAreaLeft" t="textAreaTop" r="textAreaRight" b="textAreaBottom"/>
            <a:pathLst>
              <a:path w="7966729" h="3334060">
                <a:moveTo>
                  <a:pt x="0" y="0"/>
                </a:moveTo>
                <a:lnTo>
                  <a:pt x="7966729" y="0"/>
                </a:lnTo>
                <a:lnTo>
                  <a:pt x="7966729" y="3334060"/>
                </a:lnTo>
                <a:lnTo>
                  <a:pt x="0" y="333406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D" sz="1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9" name="Group 5"/>
          <p:cNvGrpSpPr/>
          <p:nvPr/>
        </p:nvGrpSpPr>
        <p:grpSpPr>
          <a:xfrm>
            <a:off x="15765840" y="366120"/>
            <a:ext cx="1609920" cy="1697040"/>
            <a:chOff x="15765840" y="366120"/>
            <a:chExt cx="1609920" cy="1697040"/>
          </a:xfrm>
        </p:grpSpPr>
        <p:sp>
          <p:nvSpPr>
            <p:cNvPr id="120" name="Freeform 6"/>
            <p:cNvSpPr/>
            <p:nvPr/>
          </p:nvSpPr>
          <p:spPr>
            <a:xfrm>
              <a:off x="15765840" y="366120"/>
              <a:ext cx="1609920" cy="1697040"/>
            </a:xfrm>
            <a:custGeom>
              <a:avLst/>
              <a:gdLst>
                <a:gd name="textAreaLeft" fmla="*/ 0 w 1609920"/>
                <a:gd name="textAreaRight" fmla="*/ 1610280 w 1609920"/>
                <a:gd name="textAreaTop" fmla="*/ 0 h 1697040"/>
                <a:gd name="textAreaBottom" fmla="*/ 1697400 h 1697040"/>
              </a:gdLst>
              <a:ahLst/>
              <a:cxnLst/>
              <a:rect l="textAreaLeft" t="textAreaTop" r="textAreaRight" b="textAreaBottom"/>
              <a:pathLst>
                <a:path w="2147062" h="2263013">
                  <a:moveTo>
                    <a:pt x="0" y="0"/>
                  </a:moveTo>
                  <a:lnTo>
                    <a:pt x="2147062" y="0"/>
                  </a:lnTo>
                  <a:lnTo>
                    <a:pt x="2147062" y="2263013"/>
                  </a:lnTo>
                  <a:lnTo>
                    <a:pt x="0" y="226301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D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1" name="Group 7"/>
          <p:cNvGrpSpPr/>
          <p:nvPr/>
        </p:nvGrpSpPr>
        <p:grpSpPr>
          <a:xfrm>
            <a:off x="2204280" y="111600"/>
            <a:ext cx="16102770" cy="1987920"/>
            <a:chOff x="2204280" y="111600"/>
            <a:chExt cx="16102770" cy="1987920"/>
          </a:xfrm>
        </p:grpSpPr>
        <p:sp>
          <p:nvSpPr>
            <p:cNvPr id="122" name="Freeform 8"/>
            <p:cNvSpPr/>
            <p:nvPr/>
          </p:nvSpPr>
          <p:spPr>
            <a:xfrm>
              <a:off x="2204280" y="111600"/>
              <a:ext cx="15773040" cy="1987920"/>
            </a:xfrm>
            <a:custGeom>
              <a:avLst/>
              <a:gdLst>
                <a:gd name="textAreaLeft" fmla="*/ 0 w 15773040"/>
                <a:gd name="textAreaRight" fmla="*/ 15773400 w 15773040"/>
                <a:gd name="textAreaTop" fmla="*/ 0 h 1987920"/>
                <a:gd name="textAreaBottom" fmla="*/ 1988280 h 1987920"/>
              </a:gdLst>
              <a:ahLst/>
              <a:cxnLst/>
              <a:rect l="textAreaLeft" t="textAreaTop" r="textAreaRight" b="textAreaBottom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D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3" name="TextBox 9"/>
            <p:cNvSpPr/>
            <p:nvPr/>
          </p:nvSpPr>
          <p:spPr>
            <a:xfrm>
              <a:off x="2534010" y="1049790"/>
              <a:ext cx="15773040" cy="791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742950" indent="-742950" defTabSz="914400">
                <a:lnSpc>
                  <a:spcPts val="7129"/>
                </a:lnSpc>
                <a:buFont typeface="+mj-lt"/>
                <a:buAutoNum type="alphaLcPeriod" startAt="2"/>
              </a:pPr>
              <a:r>
                <a:rPr lang="id-ID" sz="4400" b="1" spc="-1" dirty="0">
                  <a:solidFill>
                    <a:srgbClr val="000000"/>
                  </a:solidFill>
                  <a:latin typeface="Times New Roman"/>
                  <a:ea typeface="Arial Bold"/>
                </a:rPr>
                <a:t>main.py</a:t>
              </a:r>
              <a:endParaRPr lang="id-ID" sz="4400" b="1" spc="-1" dirty="0">
                <a:solidFill>
                  <a:schemeClr val="dk1"/>
                </a:solidFill>
                <a:latin typeface="Times New Roman"/>
                <a:ea typeface="Arial Bold"/>
              </a:endParaRPr>
            </a:p>
          </p:txBody>
        </p:sp>
      </p:grpSp>
      <p:grpSp>
        <p:nvGrpSpPr>
          <p:cNvPr id="15" name="Group 2">
            <a:extLst>
              <a:ext uri="{FF2B5EF4-FFF2-40B4-BE49-F238E27FC236}">
                <a16:creationId xmlns:a16="http://schemas.microsoft.com/office/drawing/2014/main" id="{9EC8FC64-5693-4D7C-92FA-FE4B4428EB67}"/>
              </a:ext>
            </a:extLst>
          </p:cNvPr>
          <p:cNvGrpSpPr/>
          <p:nvPr/>
        </p:nvGrpSpPr>
        <p:grpSpPr>
          <a:xfrm>
            <a:off x="1995120" y="-275040"/>
            <a:ext cx="21640320" cy="12172680"/>
            <a:chOff x="1962720" y="-303840"/>
            <a:chExt cx="21640320" cy="12172680"/>
          </a:xfrm>
        </p:grpSpPr>
        <p:sp>
          <p:nvSpPr>
            <p:cNvPr id="16" name="Freeform 3">
              <a:extLst>
                <a:ext uri="{FF2B5EF4-FFF2-40B4-BE49-F238E27FC236}">
                  <a16:creationId xmlns:a16="http://schemas.microsoft.com/office/drawing/2014/main" id="{234E4036-91EC-422D-892C-87625FA6DA24}"/>
                </a:ext>
              </a:extLst>
            </p:cNvPr>
            <p:cNvSpPr/>
            <p:nvPr/>
          </p:nvSpPr>
          <p:spPr>
            <a:xfrm>
              <a:off x="1962720" y="-303840"/>
              <a:ext cx="21640320" cy="12172680"/>
            </a:xfrm>
            <a:custGeom>
              <a:avLst/>
              <a:gdLst>
                <a:gd name="textAreaLeft" fmla="*/ 0 w 21640320"/>
                <a:gd name="textAreaRight" fmla="*/ 21640680 w 21640320"/>
                <a:gd name="textAreaTop" fmla="*/ 0 h 12172680"/>
                <a:gd name="textAreaBottom" fmla="*/ 12173040 h 12172680"/>
              </a:gdLst>
              <a:ahLst/>
              <a:cxnLst/>
              <a:rect l="textAreaLeft" t="textAreaTop" r="textAreaRight" b="textAreaBottom"/>
              <a:pathLst>
                <a:path w="28854400" h="16230600">
                  <a:moveTo>
                    <a:pt x="0" y="0"/>
                  </a:moveTo>
                  <a:lnTo>
                    <a:pt x="28854400" y="0"/>
                  </a:lnTo>
                  <a:lnTo>
                    <a:pt x="28854400" y="16230600"/>
                  </a:lnTo>
                  <a:lnTo>
                    <a:pt x="0" y="162306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D" sz="18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D7EABBD-5496-69B8-800A-AE1324D64A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4156" y="1895022"/>
            <a:ext cx="6744641" cy="20767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5CBF4E-8C15-D67E-BF68-12FF593CA8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4026" y="1895022"/>
            <a:ext cx="5320298" cy="68501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Freeform 4"/>
          <p:cNvSpPr/>
          <p:nvPr/>
        </p:nvSpPr>
        <p:spPr>
          <a:xfrm>
            <a:off x="-313200" y="-275040"/>
            <a:ext cx="7966440" cy="3333600"/>
          </a:xfrm>
          <a:custGeom>
            <a:avLst/>
            <a:gdLst>
              <a:gd name="textAreaLeft" fmla="*/ 0 w 7966440"/>
              <a:gd name="textAreaRight" fmla="*/ 7966800 w 7966440"/>
              <a:gd name="textAreaTop" fmla="*/ 0 h 3333600"/>
              <a:gd name="textAreaBottom" fmla="*/ 3333960 h 3333600"/>
            </a:gdLst>
            <a:ahLst/>
            <a:cxnLst/>
            <a:rect l="textAreaLeft" t="textAreaTop" r="textAreaRight" b="textAreaBottom"/>
            <a:pathLst>
              <a:path w="7966729" h="3334060">
                <a:moveTo>
                  <a:pt x="0" y="0"/>
                </a:moveTo>
                <a:lnTo>
                  <a:pt x="7966729" y="0"/>
                </a:lnTo>
                <a:lnTo>
                  <a:pt x="7966729" y="3334060"/>
                </a:lnTo>
                <a:lnTo>
                  <a:pt x="0" y="333406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D" sz="1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0" name="Group 5"/>
          <p:cNvGrpSpPr/>
          <p:nvPr/>
        </p:nvGrpSpPr>
        <p:grpSpPr>
          <a:xfrm>
            <a:off x="15765840" y="366120"/>
            <a:ext cx="1609920" cy="1697040"/>
            <a:chOff x="15765840" y="366120"/>
            <a:chExt cx="1609920" cy="1697040"/>
          </a:xfrm>
        </p:grpSpPr>
        <p:sp>
          <p:nvSpPr>
            <p:cNvPr id="131" name="Freeform 6"/>
            <p:cNvSpPr/>
            <p:nvPr/>
          </p:nvSpPr>
          <p:spPr>
            <a:xfrm>
              <a:off x="15765840" y="366120"/>
              <a:ext cx="1609920" cy="1697040"/>
            </a:xfrm>
            <a:custGeom>
              <a:avLst/>
              <a:gdLst>
                <a:gd name="textAreaLeft" fmla="*/ 0 w 1609920"/>
                <a:gd name="textAreaRight" fmla="*/ 1610280 w 1609920"/>
                <a:gd name="textAreaTop" fmla="*/ 0 h 1697040"/>
                <a:gd name="textAreaBottom" fmla="*/ 1697400 h 1697040"/>
              </a:gdLst>
              <a:ahLst/>
              <a:cxnLst/>
              <a:rect l="textAreaLeft" t="textAreaTop" r="textAreaRight" b="textAreaBottom"/>
              <a:pathLst>
                <a:path w="2147062" h="2263013">
                  <a:moveTo>
                    <a:pt x="0" y="0"/>
                  </a:moveTo>
                  <a:lnTo>
                    <a:pt x="2147062" y="0"/>
                  </a:lnTo>
                  <a:lnTo>
                    <a:pt x="2147062" y="2263013"/>
                  </a:lnTo>
                  <a:lnTo>
                    <a:pt x="0" y="226301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D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2" name="Group 7"/>
          <p:cNvGrpSpPr/>
          <p:nvPr/>
        </p:nvGrpSpPr>
        <p:grpSpPr>
          <a:xfrm>
            <a:off x="2204280" y="111600"/>
            <a:ext cx="15852960" cy="1987920"/>
            <a:chOff x="2204280" y="111600"/>
            <a:chExt cx="15852960" cy="1987920"/>
          </a:xfrm>
        </p:grpSpPr>
        <p:sp>
          <p:nvSpPr>
            <p:cNvPr id="133" name="Freeform 8"/>
            <p:cNvSpPr/>
            <p:nvPr/>
          </p:nvSpPr>
          <p:spPr>
            <a:xfrm>
              <a:off x="2204280" y="111600"/>
              <a:ext cx="15773040" cy="1987920"/>
            </a:xfrm>
            <a:custGeom>
              <a:avLst/>
              <a:gdLst>
                <a:gd name="textAreaLeft" fmla="*/ 0 w 15773040"/>
                <a:gd name="textAreaRight" fmla="*/ 15773400 w 15773040"/>
                <a:gd name="textAreaTop" fmla="*/ 0 h 1987920"/>
                <a:gd name="textAreaBottom" fmla="*/ 1988280 h 1987920"/>
              </a:gdLst>
              <a:ahLst/>
              <a:cxnLst/>
              <a:rect l="textAreaLeft" t="textAreaTop" r="textAreaRight" b="textAreaBottom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D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4" name="TextBox 9"/>
            <p:cNvSpPr/>
            <p:nvPr/>
          </p:nvSpPr>
          <p:spPr>
            <a:xfrm>
              <a:off x="2284200" y="1105560"/>
              <a:ext cx="15773040" cy="791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742950" indent="-742950" defTabSz="914400">
                <a:lnSpc>
                  <a:spcPts val="7129"/>
                </a:lnSpc>
                <a:buFont typeface="+mj-lt"/>
                <a:buAutoNum type="arabicPeriod" startAt="2"/>
              </a:pPr>
              <a:r>
                <a:rPr lang="id-ID" sz="4400" b="1" strike="noStrike" spc="-1" dirty="0">
                  <a:solidFill>
                    <a:srgbClr val="000000"/>
                  </a:solidFill>
                  <a:latin typeface="Times New Roman"/>
                </a:rPr>
                <a:t>Cek Nyambung database</a:t>
              </a:r>
              <a:endParaRPr lang="en-ID" sz="44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" name="Group 2">
            <a:extLst>
              <a:ext uri="{FF2B5EF4-FFF2-40B4-BE49-F238E27FC236}">
                <a16:creationId xmlns:a16="http://schemas.microsoft.com/office/drawing/2014/main" id="{03F3AD86-805C-4A06-BCA1-68481B9CFEC5}"/>
              </a:ext>
            </a:extLst>
          </p:cNvPr>
          <p:cNvGrpSpPr/>
          <p:nvPr/>
        </p:nvGrpSpPr>
        <p:grpSpPr>
          <a:xfrm>
            <a:off x="2204280" y="-942840"/>
            <a:ext cx="21640320" cy="12172680"/>
            <a:chOff x="2171880" y="-971640"/>
            <a:chExt cx="21640320" cy="12172680"/>
          </a:xfrm>
        </p:grpSpPr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EA12AE7D-CE9B-444B-8D63-F913AEE15884}"/>
                </a:ext>
              </a:extLst>
            </p:cNvPr>
            <p:cNvSpPr/>
            <p:nvPr/>
          </p:nvSpPr>
          <p:spPr>
            <a:xfrm>
              <a:off x="2171880" y="-971640"/>
              <a:ext cx="21640320" cy="12172680"/>
            </a:xfrm>
            <a:custGeom>
              <a:avLst/>
              <a:gdLst>
                <a:gd name="textAreaLeft" fmla="*/ 0 w 21640320"/>
                <a:gd name="textAreaRight" fmla="*/ 21640680 w 21640320"/>
                <a:gd name="textAreaTop" fmla="*/ 0 h 12172680"/>
                <a:gd name="textAreaBottom" fmla="*/ 12173040 h 12172680"/>
              </a:gdLst>
              <a:ahLst/>
              <a:cxnLst/>
              <a:rect l="textAreaLeft" t="textAreaTop" r="textAreaRight" b="textAreaBottom"/>
              <a:pathLst>
                <a:path w="28854400" h="16230600">
                  <a:moveTo>
                    <a:pt x="0" y="0"/>
                  </a:moveTo>
                  <a:lnTo>
                    <a:pt x="28854400" y="0"/>
                  </a:lnTo>
                  <a:lnTo>
                    <a:pt x="28854400" y="16230600"/>
                  </a:lnTo>
                  <a:lnTo>
                    <a:pt x="0" y="162306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D" sz="18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8946ECE-6B4D-932E-AB2D-BBECC3A769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0665" y="2136065"/>
            <a:ext cx="4981083" cy="18095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Freeform 4"/>
          <p:cNvSpPr/>
          <p:nvPr/>
        </p:nvSpPr>
        <p:spPr>
          <a:xfrm>
            <a:off x="-313200" y="-275040"/>
            <a:ext cx="7966440" cy="3333600"/>
          </a:xfrm>
          <a:custGeom>
            <a:avLst/>
            <a:gdLst>
              <a:gd name="textAreaLeft" fmla="*/ 0 w 7966440"/>
              <a:gd name="textAreaRight" fmla="*/ 7966800 w 7966440"/>
              <a:gd name="textAreaTop" fmla="*/ 0 h 3333600"/>
              <a:gd name="textAreaBottom" fmla="*/ 3333960 h 3333600"/>
            </a:gdLst>
            <a:ahLst/>
            <a:cxnLst/>
            <a:rect l="textAreaLeft" t="textAreaTop" r="textAreaRight" b="textAreaBottom"/>
            <a:pathLst>
              <a:path w="7966729" h="3334060">
                <a:moveTo>
                  <a:pt x="0" y="0"/>
                </a:moveTo>
                <a:lnTo>
                  <a:pt x="7966729" y="0"/>
                </a:lnTo>
                <a:lnTo>
                  <a:pt x="7966729" y="3334060"/>
                </a:lnTo>
                <a:lnTo>
                  <a:pt x="0" y="333406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D" sz="1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0" name="Group 5"/>
          <p:cNvGrpSpPr/>
          <p:nvPr/>
        </p:nvGrpSpPr>
        <p:grpSpPr>
          <a:xfrm>
            <a:off x="15765840" y="366120"/>
            <a:ext cx="1609920" cy="1697040"/>
            <a:chOff x="15765840" y="366120"/>
            <a:chExt cx="1609920" cy="1697040"/>
          </a:xfrm>
        </p:grpSpPr>
        <p:sp>
          <p:nvSpPr>
            <p:cNvPr id="131" name="Freeform 6"/>
            <p:cNvSpPr/>
            <p:nvPr/>
          </p:nvSpPr>
          <p:spPr>
            <a:xfrm>
              <a:off x="15765840" y="366120"/>
              <a:ext cx="1609920" cy="1697040"/>
            </a:xfrm>
            <a:custGeom>
              <a:avLst/>
              <a:gdLst>
                <a:gd name="textAreaLeft" fmla="*/ 0 w 1609920"/>
                <a:gd name="textAreaRight" fmla="*/ 1610280 w 1609920"/>
                <a:gd name="textAreaTop" fmla="*/ 0 h 1697040"/>
                <a:gd name="textAreaBottom" fmla="*/ 1697400 h 1697040"/>
              </a:gdLst>
              <a:ahLst/>
              <a:cxnLst/>
              <a:rect l="textAreaLeft" t="textAreaTop" r="textAreaRight" b="textAreaBottom"/>
              <a:pathLst>
                <a:path w="2147062" h="2263013">
                  <a:moveTo>
                    <a:pt x="0" y="0"/>
                  </a:moveTo>
                  <a:lnTo>
                    <a:pt x="2147062" y="0"/>
                  </a:lnTo>
                  <a:lnTo>
                    <a:pt x="2147062" y="2263013"/>
                  </a:lnTo>
                  <a:lnTo>
                    <a:pt x="0" y="226301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D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2" name="Group 7"/>
          <p:cNvGrpSpPr/>
          <p:nvPr/>
        </p:nvGrpSpPr>
        <p:grpSpPr>
          <a:xfrm>
            <a:off x="2204280" y="111600"/>
            <a:ext cx="15852960" cy="1987920"/>
            <a:chOff x="2204280" y="111600"/>
            <a:chExt cx="15852960" cy="1987920"/>
          </a:xfrm>
        </p:grpSpPr>
        <p:sp>
          <p:nvSpPr>
            <p:cNvPr id="133" name="Freeform 8"/>
            <p:cNvSpPr/>
            <p:nvPr/>
          </p:nvSpPr>
          <p:spPr>
            <a:xfrm>
              <a:off x="2204280" y="111600"/>
              <a:ext cx="15773040" cy="1987920"/>
            </a:xfrm>
            <a:custGeom>
              <a:avLst/>
              <a:gdLst>
                <a:gd name="textAreaLeft" fmla="*/ 0 w 15773040"/>
                <a:gd name="textAreaRight" fmla="*/ 15773400 w 15773040"/>
                <a:gd name="textAreaTop" fmla="*/ 0 h 1987920"/>
                <a:gd name="textAreaBottom" fmla="*/ 1988280 h 1987920"/>
              </a:gdLst>
              <a:ahLst/>
              <a:cxnLst/>
              <a:rect l="textAreaLeft" t="textAreaTop" r="textAreaRight" b="textAreaBottom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D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4" name="TextBox 9"/>
            <p:cNvSpPr/>
            <p:nvPr/>
          </p:nvSpPr>
          <p:spPr>
            <a:xfrm>
              <a:off x="2284200" y="1105560"/>
              <a:ext cx="15773040" cy="791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742950" indent="-742950" defTabSz="914400">
                <a:lnSpc>
                  <a:spcPts val="7129"/>
                </a:lnSpc>
                <a:buFont typeface="+mj-lt"/>
                <a:buAutoNum type="arabicPeriod" startAt="3"/>
              </a:pPr>
              <a:r>
                <a:rPr lang="id-ID" sz="4400" b="1" spc="-1" dirty="0">
                  <a:solidFill>
                    <a:srgbClr val="000000"/>
                  </a:solidFill>
                  <a:latin typeface="Times New Roman"/>
                </a:rPr>
                <a:t>Testing</a:t>
              </a:r>
              <a:endParaRPr lang="en-ID" sz="44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" name="Group 2">
            <a:extLst>
              <a:ext uri="{FF2B5EF4-FFF2-40B4-BE49-F238E27FC236}">
                <a16:creationId xmlns:a16="http://schemas.microsoft.com/office/drawing/2014/main" id="{03F3AD86-805C-4A06-BCA1-68481B9CFEC5}"/>
              </a:ext>
            </a:extLst>
          </p:cNvPr>
          <p:cNvGrpSpPr/>
          <p:nvPr/>
        </p:nvGrpSpPr>
        <p:grpSpPr>
          <a:xfrm>
            <a:off x="1137480" y="0"/>
            <a:ext cx="21640320" cy="12172680"/>
            <a:chOff x="1047930" y="3028320"/>
            <a:chExt cx="21640320" cy="12172680"/>
          </a:xfrm>
        </p:grpSpPr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EA12AE7D-CE9B-444B-8D63-F913AEE15884}"/>
                </a:ext>
              </a:extLst>
            </p:cNvPr>
            <p:cNvSpPr/>
            <p:nvPr/>
          </p:nvSpPr>
          <p:spPr>
            <a:xfrm>
              <a:off x="1047930" y="3028320"/>
              <a:ext cx="21640320" cy="12172680"/>
            </a:xfrm>
            <a:custGeom>
              <a:avLst/>
              <a:gdLst>
                <a:gd name="textAreaLeft" fmla="*/ 0 w 21640320"/>
                <a:gd name="textAreaRight" fmla="*/ 21640680 w 21640320"/>
                <a:gd name="textAreaTop" fmla="*/ 0 h 12172680"/>
                <a:gd name="textAreaBottom" fmla="*/ 12173040 h 12172680"/>
              </a:gdLst>
              <a:ahLst/>
              <a:cxnLst/>
              <a:rect l="textAreaLeft" t="textAreaTop" r="textAreaRight" b="textAreaBottom"/>
              <a:pathLst>
                <a:path w="28854400" h="16230600">
                  <a:moveTo>
                    <a:pt x="0" y="0"/>
                  </a:moveTo>
                  <a:lnTo>
                    <a:pt x="28854400" y="0"/>
                  </a:lnTo>
                  <a:lnTo>
                    <a:pt x="28854400" y="16230600"/>
                  </a:lnTo>
                  <a:lnTo>
                    <a:pt x="0" y="162306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D" sz="18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3B1370D-FF70-4D67-5113-EEEB20BBE8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1864" y="2337996"/>
            <a:ext cx="5344271" cy="561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974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Freeform 4"/>
          <p:cNvSpPr/>
          <p:nvPr/>
        </p:nvSpPr>
        <p:spPr>
          <a:xfrm>
            <a:off x="-313200" y="-275040"/>
            <a:ext cx="7966440" cy="3333600"/>
          </a:xfrm>
          <a:custGeom>
            <a:avLst/>
            <a:gdLst>
              <a:gd name="textAreaLeft" fmla="*/ 0 w 7966440"/>
              <a:gd name="textAreaRight" fmla="*/ 7966800 w 7966440"/>
              <a:gd name="textAreaTop" fmla="*/ 0 h 3333600"/>
              <a:gd name="textAreaBottom" fmla="*/ 3333960 h 3333600"/>
            </a:gdLst>
            <a:ahLst/>
            <a:cxnLst/>
            <a:rect l="textAreaLeft" t="textAreaTop" r="textAreaRight" b="textAreaBottom"/>
            <a:pathLst>
              <a:path w="7966729" h="3334060">
                <a:moveTo>
                  <a:pt x="0" y="0"/>
                </a:moveTo>
                <a:lnTo>
                  <a:pt x="7966729" y="0"/>
                </a:lnTo>
                <a:lnTo>
                  <a:pt x="7966729" y="3334060"/>
                </a:lnTo>
                <a:lnTo>
                  <a:pt x="0" y="333406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ID" sz="18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0" name="Group 5"/>
          <p:cNvGrpSpPr/>
          <p:nvPr/>
        </p:nvGrpSpPr>
        <p:grpSpPr>
          <a:xfrm>
            <a:off x="15765840" y="366120"/>
            <a:ext cx="1609920" cy="1697040"/>
            <a:chOff x="15765840" y="366120"/>
            <a:chExt cx="1609920" cy="1697040"/>
          </a:xfrm>
        </p:grpSpPr>
        <p:sp>
          <p:nvSpPr>
            <p:cNvPr id="131" name="Freeform 6"/>
            <p:cNvSpPr/>
            <p:nvPr/>
          </p:nvSpPr>
          <p:spPr>
            <a:xfrm>
              <a:off x="15765840" y="366120"/>
              <a:ext cx="1609920" cy="1697040"/>
            </a:xfrm>
            <a:custGeom>
              <a:avLst/>
              <a:gdLst>
                <a:gd name="textAreaLeft" fmla="*/ 0 w 1609920"/>
                <a:gd name="textAreaRight" fmla="*/ 1610280 w 1609920"/>
                <a:gd name="textAreaTop" fmla="*/ 0 h 1697040"/>
                <a:gd name="textAreaBottom" fmla="*/ 1697400 h 1697040"/>
              </a:gdLst>
              <a:ahLst/>
              <a:cxnLst/>
              <a:rect l="textAreaLeft" t="textAreaTop" r="textAreaRight" b="textAreaBottom"/>
              <a:pathLst>
                <a:path w="2147062" h="2263013">
                  <a:moveTo>
                    <a:pt x="0" y="0"/>
                  </a:moveTo>
                  <a:lnTo>
                    <a:pt x="2147062" y="0"/>
                  </a:lnTo>
                  <a:lnTo>
                    <a:pt x="2147062" y="2263013"/>
                  </a:lnTo>
                  <a:lnTo>
                    <a:pt x="0" y="2263013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D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2" name="Group 7"/>
          <p:cNvGrpSpPr/>
          <p:nvPr/>
        </p:nvGrpSpPr>
        <p:grpSpPr>
          <a:xfrm>
            <a:off x="2204280" y="111600"/>
            <a:ext cx="15852960" cy="1987920"/>
            <a:chOff x="2204280" y="111600"/>
            <a:chExt cx="15852960" cy="1987920"/>
          </a:xfrm>
        </p:grpSpPr>
        <p:sp>
          <p:nvSpPr>
            <p:cNvPr id="133" name="Freeform 8"/>
            <p:cNvSpPr/>
            <p:nvPr/>
          </p:nvSpPr>
          <p:spPr>
            <a:xfrm>
              <a:off x="2204280" y="111600"/>
              <a:ext cx="15773040" cy="1987920"/>
            </a:xfrm>
            <a:custGeom>
              <a:avLst/>
              <a:gdLst>
                <a:gd name="textAreaLeft" fmla="*/ 0 w 15773040"/>
                <a:gd name="textAreaRight" fmla="*/ 15773400 w 15773040"/>
                <a:gd name="textAreaTop" fmla="*/ 0 h 1987920"/>
                <a:gd name="textAreaBottom" fmla="*/ 1988280 h 1987920"/>
              </a:gdLst>
              <a:ahLst/>
              <a:cxnLst/>
              <a:rect l="textAreaLeft" t="textAreaTop" r="textAreaRight" b="textAreaBottom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D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4" name="TextBox 9"/>
            <p:cNvSpPr/>
            <p:nvPr/>
          </p:nvSpPr>
          <p:spPr>
            <a:xfrm>
              <a:off x="2284200" y="1105560"/>
              <a:ext cx="15773040" cy="791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742950" indent="-742950" defTabSz="914400">
                <a:lnSpc>
                  <a:spcPts val="7129"/>
                </a:lnSpc>
                <a:buFont typeface="+mj-lt"/>
                <a:buAutoNum type="arabicPeriod" startAt="4"/>
              </a:pPr>
              <a:r>
                <a:rPr lang="id-ID" sz="4400" b="1" spc="-1" dirty="0">
                  <a:solidFill>
                    <a:srgbClr val="000000"/>
                  </a:solidFill>
                  <a:latin typeface="Times New Roman"/>
                </a:rPr>
                <a:t>Output</a:t>
              </a:r>
              <a:endParaRPr lang="en-ID" sz="44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" name="Group 2">
            <a:extLst>
              <a:ext uri="{FF2B5EF4-FFF2-40B4-BE49-F238E27FC236}">
                <a16:creationId xmlns:a16="http://schemas.microsoft.com/office/drawing/2014/main" id="{03F3AD86-805C-4A06-BCA1-68481B9CFEC5}"/>
              </a:ext>
            </a:extLst>
          </p:cNvPr>
          <p:cNvGrpSpPr/>
          <p:nvPr/>
        </p:nvGrpSpPr>
        <p:grpSpPr>
          <a:xfrm>
            <a:off x="583230" y="-275040"/>
            <a:ext cx="21640320" cy="12172680"/>
            <a:chOff x="4856130" y="6473520"/>
            <a:chExt cx="21640320" cy="12172680"/>
          </a:xfrm>
        </p:grpSpPr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EA12AE7D-CE9B-444B-8D63-F913AEE15884}"/>
                </a:ext>
              </a:extLst>
            </p:cNvPr>
            <p:cNvSpPr/>
            <p:nvPr/>
          </p:nvSpPr>
          <p:spPr>
            <a:xfrm>
              <a:off x="4856130" y="6473520"/>
              <a:ext cx="21640320" cy="12172680"/>
            </a:xfrm>
            <a:custGeom>
              <a:avLst/>
              <a:gdLst>
                <a:gd name="textAreaLeft" fmla="*/ 0 w 21640320"/>
                <a:gd name="textAreaRight" fmla="*/ 21640680 w 21640320"/>
                <a:gd name="textAreaTop" fmla="*/ 0 h 12172680"/>
                <a:gd name="textAreaBottom" fmla="*/ 12173040 h 12172680"/>
              </a:gdLst>
              <a:ahLst/>
              <a:cxnLst/>
              <a:rect l="textAreaLeft" t="textAreaTop" r="textAreaRight" b="textAreaBottom"/>
              <a:pathLst>
                <a:path w="28854400" h="16230600">
                  <a:moveTo>
                    <a:pt x="0" y="0"/>
                  </a:moveTo>
                  <a:lnTo>
                    <a:pt x="28854400" y="0"/>
                  </a:lnTo>
                  <a:lnTo>
                    <a:pt x="28854400" y="16230600"/>
                  </a:lnTo>
                  <a:lnTo>
                    <a:pt x="0" y="162306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D" sz="1800" b="0" strike="noStrike" spc="-1" dirty="0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0C1AFE7-2F0C-3AD3-CD8C-8685B03948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4200" y="2077680"/>
            <a:ext cx="5485098" cy="58799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6B1DEB-14C1-F640-DA13-0156DC9432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0245" y="2077680"/>
            <a:ext cx="8192643" cy="23148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7382CB-19AF-DB8A-BF42-BA86E4767A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0245" y="4635272"/>
            <a:ext cx="8888065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218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roup 2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150" name="Freeform 3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cxn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D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1" name="Group 4"/>
          <p:cNvGrpSpPr/>
          <p:nvPr/>
        </p:nvGrpSpPr>
        <p:grpSpPr>
          <a:xfrm>
            <a:off x="1892520" y="2150280"/>
            <a:ext cx="2839680" cy="2993040"/>
            <a:chOff x="1892520" y="2150280"/>
            <a:chExt cx="2839680" cy="2993040"/>
          </a:xfrm>
        </p:grpSpPr>
        <p:sp>
          <p:nvSpPr>
            <p:cNvPr id="152" name="Freeform 5"/>
            <p:cNvSpPr/>
            <p:nvPr/>
          </p:nvSpPr>
          <p:spPr>
            <a:xfrm>
              <a:off x="1892520" y="2150280"/>
              <a:ext cx="2839680" cy="2993040"/>
            </a:xfrm>
            <a:custGeom>
              <a:avLst/>
              <a:gdLst>
                <a:gd name="textAreaLeft" fmla="*/ 0 w 2839680"/>
                <a:gd name="textAreaRight" fmla="*/ 2840040 w 2839680"/>
                <a:gd name="textAreaTop" fmla="*/ 0 h 2993040"/>
                <a:gd name="textAreaBottom" fmla="*/ 2993400 h 2993040"/>
              </a:gdLst>
              <a:ahLst/>
              <a:cxnLst/>
              <a:rect l="textAreaLeft" t="textAreaTop" r="textAreaRight" b="textAreaBottom"/>
              <a:pathLst>
                <a:path w="3786632" h="3991229">
                  <a:moveTo>
                    <a:pt x="0" y="0"/>
                  </a:moveTo>
                  <a:lnTo>
                    <a:pt x="3786632" y="0"/>
                  </a:lnTo>
                  <a:lnTo>
                    <a:pt x="3786632" y="3991229"/>
                  </a:lnTo>
                  <a:lnTo>
                    <a:pt x="0" y="3991229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D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3" name="Group 6"/>
          <p:cNvGrpSpPr/>
          <p:nvPr/>
        </p:nvGrpSpPr>
        <p:grpSpPr>
          <a:xfrm>
            <a:off x="16614000" y="302400"/>
            <a:ext cx="1351080" cy="1351080"/>
            <a:chOff x="16614000" y="302400"/>
            <a:chExt cx="1351080" cy="1351080"/>
          </a:xfrm>
        </p:grpSpPr>
        <p:sp>
          <p:nvSpPr>
            <p:cNvPr id="154" name="Freeform 7"/>
            <p:cNvSpPr/>
            <p:nvPr/>
          </p:nvSpPr>
          <p:spPr>
            <a:xfrm>
              <a:off x="16614000" y="302400"/>
              <a:ext cx="1351080" cy="1351080"/>
            </a:xfrm>
            <a:custGeom>
              <a:avLst/>
              <a:gdLst>
                <a:gd name="textAreaLeft" fmla="*/ 0 w 1351080"/>
                <a:gd name="textAreaRight" fmla="*/ 1351440 w 1351080"/>
                <a:gd name="textAreaTop" fmla="*/ 0 h 1351080"/>
                <a:gd name="textAreaBottom" fmla="*/ 1351440 h 1351080"/>
              </a:gdLst>
              <a:ahLst/>
              <a:cxnLst/>
              <a:rect l="textAreaLeft" t="textAreaTop" r="textAreaRight" b="textAreaBottom"/>
              <a:pathLst>
                <a:path w="1801876" h="1801876">
                  <a:moveTo>
                    <a:pt x="0" y="0"/>
                  </a:moveTo>
                  <a:lnTo>
                    <a:pt x="1801876" y="0"/>
                  </a:lnTo>
                  <a:lnTo>
                    <a:pt x="1801876" y="1801876"/>
                  </a:lnTo>
                  <a:lnTo>
                    <a:pt x="0" y="180187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D" sz="1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5" name="Group 8"/>
          <p:cNvGrpSpPr/>
          <p:nvPr/>
        </p:nvGrpSpPr>
        <p:grpSpPr>
          <a:xfrm>
            <a:off x="3456000" y="4072320"/>
            <a:ext cx="11375280" cy="1521360"/>
            <a:chOff x="3456000" y="4072320"/>
            <a:chExt cx="11375280" cy="1521360"/>
          </a:xfrm>
        </p:grpSpPr>
        <p:sp>
          <p:nvSpPr>
            <p:cNvPr id="156" name="Freeform 9"/>
            <p:cNvSpPr/>
            <p:nvPr/>
          </p:nvSpPr>
          <p:spPr>
            <a:xfrm>
              <a:off x="3456000" y="4101120"/>
              <a:ext cx="11375280" cy="1492560"/>
            </a:xfrm>
            <a:custGeom>
              <a:avLst/>
              <a:gdLst>
                <a:gd name="textAreaLeft" fmla="*/ 0 w 11375280"/>
                <a:gd name="textAreaRight" fmla="*/ 11375640 w 11375280"/>
                <a:gd name="textAreaTop" fmla="*/ 0 h 1492560"/>
                <a:gd name="textAreaBottom" fmla="*/ 1492920 h 1492560"/>
              </a:gdLst>
              <a:ahLst/>
              <a:cxnLst/>
              <a:rect l="textAreaLeft" t="textAreaTop" r="textAreaRight" b="textAreaBottom"/>
              <a:pathLst>
                <a:path w="15167296" h="1990418">
                  <a:moveTo>
                    <a:pt x="0" y="0"/>
                  </a:moveTo>
                  <a:lnTo>
                    <a:pt x="15167296" y="0"/>
                  </a:lnTo>
                  <a:lnTo>
                    <a:pt x="15167296" y="1990418"/>
                  </a:lnTo>
                  <a:lnTo>
                    <a:pt x="0" y="1990418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ID" sz="1800" b="0" strike="noStrike" spc="-1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7" name="TextBox 10"/>
            <p:cNvSpPr/>
            <p:nvPr/>
          </p:nvSpPr>
          <p:spPr>
            <a:xfrm>
              <a:off x="3456000" y="4072320"/>
              <a:ext cx="11375280" cy="152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ts val="10559"/>
                </a:lnSpc>
              </a:pPr>
              <a:r>
                <a:rPr lang="en-US" sz="8800" b="1" strike="noStrike" spc="-1">
                  <a:solidFill>
                    <a:srgbClr val="000000"/>
                  </a:solidFill>
                  <a:latin typeface="Arial Bold"/>
                  <a:ea typeface="Arial Bold"/>
                </a:rPr>
                <a:t>Terima Kasih</a:t>
              </a:r>
              <a:endParaRPr lang="en-ID" sz="8800" b="0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M5_PPT TUGAS NAVIGATION AND ROUTING_DINDA NOFITASARI_E41242053_GOL E</Template>
  <TotalTime>42</TotalTime>
  <Words>36</Words>
  <Application>Microsoft Office PowerPoint</Application>
  <PresentationFormat>Custom</PresentationFormat>
  <Paragraphs>12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Bold</vt:lpstr>
      <vt:lpstr>Calibri</vt:lpstr>
      <vt:lpstr>Tahoma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Dindol Zz</dc:creator>
  <dc:description/>
  <cp:lastModifiedBy>hera wati</cp:lastModifiedBy>
  <cp:revision>2</cp:revision>
  <dcterms:created xsi:type="dcterms:W3CDTF">2026-03-09T03:03:15Z</dcterms:created>
  <dcterms:modified xsi:type="dcterms:W3CDTF">2026-03-09T03:57:54Z</dcterms:modified>
  <dc:identifier>DAGzxhg6MBs</dc:identifier>
  <dc:language>en-ID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9</vt:i4>
  </property>
</Properties>
</file>